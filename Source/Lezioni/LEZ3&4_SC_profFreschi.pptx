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9" r:id="rId3"/>
    <p:sldId id="258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0" r:id="rId26"/>
    <p:sldId id="282" r:id="rId27"/>
    <p:sldId id="283" r:id="rId28"/>
    <p:sldId id="285" r:id="rId29"/>
    <p:sldId id="284" r:id="rId30"/>
    <p:sldId id="286" r:id="rId31"/>
    <p:sldId id="288" r:id="rId32"/>
    <p:sldId id="289" r:id="rId33"/>
    <p:sldId id="290" r:id="rId34"/>
    <p:sldId id="287" r:id="rId35"/>
    <p:sldId id="291" r:id="rId36"/>
    <p:sldId id="292" r:id="rId37"/>
    <p:sldId id="293" r:id="rId38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/>
    <p:restoredTop sz="94645"/>
  </p:normalViewPr>
  <p:slideViewPr>
    <p:cSldViewPr snapToGrid="0" showGuides="1">
      <p:cViewPr varScale="1">
        <p:scale>
          <a:sx n="67" d="100"/>
          <a:sy n="67" d="100"/>
        </p:scale>
        <p:origin x="58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B08FC-1BBF-4FEF-9070-019C6547D50B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C6DB8-05CA-4FFD-889D-33CB27953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10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DB275-613B-6F43-E2A9-967258D33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C2A7E4-21A6-71B4-1429-F514B9381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C43CD-0F9A-815E-0E56-A2D9094C6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90CB1-14EA-48A7-8D83-B35A775ECA3A}" type="datetime1">
              <a:rPr lang="LID4096" smtClean="0"/>
              <a:t>04/01/2026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EB128-46AA-2761-9C23-FDE6E8AA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EF97D-9B8C-E1BE-5928-89D562996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B65F9-29D7-4D44-AC95-F771215CEB5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248663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4EFB-B7C2-CBC0-F8B7-1286FDF6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16B96-6A22-0077-7B4F-3FB7A753F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47BEA-3CBC-FC3F-115D-58A78AD8E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D9EA8-C0D8-4706-96FC-320B6791F1CB}" type="datetime1">
              <a:rPr lang="LID4096" smtClean="0"/>
              <a:t>04/01/2026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29C6E-D732-FC0F-F3D1-674A88226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210A2-9E70-1D74-4393-C77421A05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B65F9-29D7-4D44-AC95-F771215CEB5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53849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D78EA-A15F-D7A3-0CD5-235D4BA50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B644F-AE0C-025A-5D1E-5345F4B2B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E6E13-EF87-6DC5-42A6-372B4ABA8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F2A0B-5CC1-4288-8DAB-E803852115F2}" type="datetime1">
              <a:rPr lang="LID4096" smtClean="0"/>
              <a:t>04/01/2026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5F1C4-A1D5-4316-A225-2EC02382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911B3-E462-61D5-5EA8-DFEC21BC1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B65F9-29D7-4D44-AC95-F771215CEB5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74517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137FE-EF4C-809E-07F1-FC026E606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08012-FB79-C073-3A2D-745E56838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5F4449-EE89-6435-BA8B-95BFA3D9B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21C63-918C-B2BE-4E26-128D38F7F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F3ADF-3A31-4CA3-8159-950176F8484E}" type="datetime1">
              <a:rPr lang="LID4096" smtClean="0"/>
              <a:t>04/01/2026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7218E-3186-B36D-FD3B-496550FB4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98554-9ACC-D2F4-CCE9-FF7865158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B65F9-29D7-4D44-AC95-F771215CEB5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0141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EAC39-2186-3BCB-9F4B-ED933ABE3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5A138-D094-D4CC-47B6-AB0A6C70B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9A738-B89B-F18B-57F7-3A92C28E1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87837D-31AA-1E6B-ED4B-675C1E3FD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42B19A-3617-84A0-9F7C-CED9E41D07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E3D908-B959-F37A-DB29-0FFCCEA13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08653-8D68-46AA-8C14-667FEA46F6EF}" type="datetime1">
              <a:rPr lang="LID4096" smtClean="0"/>
              <a:t>04/01/2026</a:t>
            </a:fld>
            <a:endParaRPr lang="en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5015E1-EBC9-6EA8-BD77-727AB82A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A72152-F021-2B25-4050-EFFFE9E4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B65F9-29D7-4D44-AC95-F771215CEB5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03028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BF5F-05DA-9C23-428F-99B400D2B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E32825-455B-7635-48A6-A4A6CF3DB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CA65-5001-47F5-958C-E35CEA99C104}" type="datetime1">
              <a:rPr lang="LID4096" smtClean="0"/>
              <a:t>04/01/2026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93935-A331-ADE3-3062-D69FFEABA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DD7A3-2D6A-59C7-2C4E-46F337691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B65F9-29D7-4D44-AC95-F771215CEB5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1933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A11F3-5F35-F6DA-967A-435152E6A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CB19-8EB1-4124-BF9A-3FDF84297D32}" type="datetime1">
              <a:rPr lang="LID4096" smtClean="0"/>
              <a:t>04/01/2026</a:t>
            </a:fld>
            <a:endParaRPr lang="en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FC49E8-7EC9-C498-FE31-01B11A51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5E255-FBD6-EE1E-960F-24332EEB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B65F9-29D7-4D44-AC95-F771215CEB5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9424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1632-2ED4-E3CB-30F4-951EC4503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4379B-0E6D-74CA-4482-DE49B6B82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92BDC-CB8B-CB68-FACE-BF4920E84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FB60E-0B36-F6FA-E2A4-A1C70141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6FACC-DC98-4E81-8CEE-AE2657ECF2B0}" type="datetime1">
              <a:rPr lang="LID4096" smtClean="0"/>
              <a:t>04/01/2026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85693-401C-9B7A-A94D-F1149CA83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DE0C0-E7E1-A8DE-F419-4F2DA8B7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B65F9-29D7-4D44-AC95-F771215CEB5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8814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5898D-FCE3-E8BE-FF82-C62098E15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C4F700-8465-832D-839A-7250D7E52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98FC0-D082-D372-0854-3C862A07F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EC8F8-7655-007F-85DE-52E3213A0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27BCE-CBFF-438B-ADEC-29340AA5DD97}" type="datetime1">
              <a:rPr lang="LID4096" smtClean="0"/>
              <a:t>04/01/2026</a:t>
            </a:fld>
            <a:endParaRPr lang="en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165A0-18D6-1554-FA3F-54623B0E1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A342D-A211-9F55-C3C5-2F6E7ABDC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B65F9-29D7-4D44-AC95-F771215CEB5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15903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27D12-B5DC-7EA9-0CC4-46C3DA43E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E835B0-11D9-42F1-2A0B-ED906F7C0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B5EF0-6FCD-B9AC-DCEF-B2C426F8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C42C-9001-4DDD-8BB8-EABBA4AC6C91}" type="datetime1">
              <a:rPr lang="LID4096" smtClean="0"/>
              <a:t>04/01/2026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8B865-5161-EA21-2643-B228A6EA2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E473E-7222-881A-8EB6-AB66B7CF8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B65F9-29D7-4D44-AC95-F771215CEB5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8985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93A22A-B162-4777-CABF-E7D40C7374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8A57A-57F2-0A2A-7A8B-4EB80107D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B0428-002B-F167-62E9-59EA0E4E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35CDB-B9F4-4AC6-8B76-373F2C6C1639}" type="datetime1">
              <a:rPr lang="LID4096" smtClean="0"/>
              <a:t>04/01/2026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5F146-E3EB-7581-0456-A554A1458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9D70E-A903-1423-EC3B-C56AFD18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B65F9-29D7-4D44-AC95-F771215CEB5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9345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4879CC-DF77-B4C9-CF3C-B4DC6CDDF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9EE1E-8F4D-7AB8-0EEB-97647F481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BBC7F-EA6E-1423-08E0-8606275AB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14489E-662E-4EF6-A848-6AB8759A9569}" type="datetime1">
              <a:rPr lang="LID4096" smtClean="0"/>
              <a:t>04/01/2026</a:t>
            </a:fld>
            <a:endParaRPr lang="en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5EFD2-B553-1AD0-CE41-AF07DF9EB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T"/>
              <a:t>Spring Semester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4B39D-BB5B-E39D-2E5F-F119DB7C53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B65F9-29D7-4D44-AC95-F771215CEB54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7192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10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5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0.png"/><Relationship Id="rId7" Type="http://schemas.openxmlformats.org/officeDocument/2006/relationships/image" Target="../media/image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3" Type="http://schemas.openxmlformats.org/officeDocument/2006/relationships/image" Target="../media/image100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98.png"/><Relationship Id="rId10" Type="http://schemas.openxmlformats.org/officeDocument/2006/relationships/image" Target="../media/image105.png"/><Relationship Id="rId4" Type="http://schemas.openxmlformats.org/officeDocument/2006/relationships/image" Target="../media/image97.png"/><Relationship Id="rId9" Type="http://schemas.openxmlformats.org/officeDocument/2006/relationships/image" Target="../media/image10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2CFD7-045D-BE18-D9FC-D99629D0EB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T"/>
              <a:t>Electromagnetic modelling of superconducting cables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FCDFC-0306-1365-7309-D2AE824430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IT"/>
              <a:t>rof. Fabio Freschi</a:t>
            </a:r>
          </a:p>
          <a:p>
            <a:r>
              <a:rPr lang="en-US" dirty="0"/>
              <a:t>Email: f</a:t>
            </a:r>
            <a:r>
              <a:rPr lang="en-IT"/>
              <a:t>abio.freschi@polito.it</a:t>
            </a:r>
            <a:endParaRPr lang="it-IT" dirty="0"/>
          </a:p>
          <a:p>
            <a:r>
              <a:rPr lang="it-IT" dirty="0"/>
              <a:t>Telegram: @</a:t>
            </a:r>
            <a:r>
              <a:rPr lang="it-IT" dirty="0" err="1"/>
              <a:t>DualFab</a:t>
            </a:r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EF69D-EE22-79AA-4B24-0D963962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282330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EF98B-92D5-1ED3-E88C-42A5079E3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Aim of this lecture</a:t>
            </a:r>
          </a:p>
        </p:txBody>
      </p:sp>
      <p:pic>
        <p:nvPicPr>
          <p:cNvPr id="5" name="Content Placeholder 4" descr="A drawing of a circular object with a black circle&#10;&#10;AI-generated content may be incorrect.">
            <a:extLst>
              <a:ext uri="{FF2B5EF4-FFF2-40B4-BE49-F238E27FC236}">
                <a16:creationId xmlns:a16="http://schemas.microsoft.com/office/drawing/2014/main" id="{F628E44F-EF51-F91D-9372-B5A7E807FB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7100"/>
          <a:stretch/>
        </p:blipFill>
        <p:spPr>
          <a:xfrm>
            <a:off x="398285" y="1825625"/>
            <a:ext cx="5773915" cy="2845318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0506B1-4352-2222-C5A0-30B19B8AF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715000" cy="48402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ENEA HTS CICC</a:t>
            </a:r>
          </a:p>
          <a:p>
            <a:r>
              <a:rPr lang="en-US" dirty="0"/>
              <a:t>aluminum core</a:t>
            </a:r>
          </a:p>
          <a:p>
            <a:r>
              <a:rPr lang="en-US" dirty="0"/>
              <a:t>six twisted slots with 0.5 m twist pitch</a:t>
            </a:r>
          </a:p>
          <a:p>
            <a:r>
              <a:rPr lang="en-US" dirty="0"/>
              <a:t>each slot is equipped with 20 </a:t>
            </a:r>
            <a:r>
              <a:rPr lang="en-US" dirty="0" err="1"/>
              <a:t>nonsoldered</a:t>
            </a:r>
            <a:r>
              <a:rPr lang="en-US"/>
              <a:t> REBCO tapes having a width of 4 mm</a:t>
            </a:r>
          </a:p>
          <a:p>
            <a:r>
              <a:rPr lang="en-US"/>
              <a:t>tapes are held in position using an aluminum filler, </a:t>
            </a:r>
          </a:p>
          <a:p>
            <a:r>
              <a:rPr lang="en-US"/>
              <a:t>The cable is then inserted in an aluminum pipe (1.5-mm thick). </a:t>
            </a:r>
          </a:p>
          <a:p>
            <a:endParaRPr lang="en-US"/>
          </a:p>
          <a:p>
            <a:endParaRPr lang="en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0483E-3A93-32C3-9BE3-663B85A2459B}"/>
              </a:ext>
            </a:extLst>
          </p:cNvPr>
          <p:cNvSpPr txBox="1"/>
          <p:nvPr/>
        </p:nvSpPr>
        <p:spPr>
          <a:xfrm>
            <a:off x="304800" y="5711736"/>
            <a:ext cx="5715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HelveticaNeue Regular"/>
              </a:rPr>
              <a:t>A. </a:t>
            </a:r>
            <a:r>
              <a:rPr lang="en-US" sz="1400" b="0" i="0" u="none" strike="noStrike" dirty="0" err="1">
                <a:solidFill>
                  <a:srgbClr val="333333"/>
                </a:solidFill>
                <a:effectLst/>
                <a:latin typeface="HelveticaNeue Regular"/>
              </a:rPr>
              <a:t>Zappatore</a:t>
            </a:r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HelveticaNeue Regular"/>
              </a:rPr>
              <a:t> </a:t>
            </a:r>
            <a:r>
              <a:rPr lang="en-US" sz="1400" b="0" i="1" u="none" strike="noStrike" dirty="0">
                <a:solidFill>
                  <a:srgbClr val="333333"/>
                </a:solidFill>
                <a:effectLst/>
                <a:latin typeface="HelveticaNeue Regular"/>
              </a:rPr>
              <a:t>et al</a:t>
            </a:r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HelveticaNeue Regular"/>
              </a:rPr>
              <a:t>., "Modeling Quench Propagation in the ENEA HTS Cable-In-Conduit Conductor," in </a:t>
            </a:r>
            <a:r>
              <a:rPr lang="en-US" sz="1400" b="0" i="1" u="none" strike="noStrike" dirty="0">
                <a:solidFill>
                  <a:srgbClr val="333333"/>
                </a:solidFill>
                <a:effectLst/>
                <a:latin typeface="HelveticaNeue Regular"/>
              </a:rPr>
              <a:t>IEEE Transactions on Applied Superconductivity</a:t>
            </a:r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HelveticaNeue Regular"/>
              </a:rPr>
              <a:t>, vol. 30, no. 8, pp. 1-7, Dec. 2020, Art no. 4603307, </a:t>
            </a:r>
            <a:r>
              <a:rPr lang="en-US" sz="1400" b="0" i="0" u="none" strike="noStrike" dirty="0" err="1">
                <a:solidFill>
                  <a:srgbClr val="333333"/>
                </a:solidFill>
                <a:effectLst/>
                <a:latin typeface="HelveticaNeue Regular"/>
              </a:rPr>
              <a:t>doi</a:t>
            </a:r>
            <a:r>
              <a:rPr lang="en-US" sz="1400" b="0" i="0" u="none" strike="noStrike" dirty="0">
                <a:solidFill>
                  <a:srgbClr val="333333"/>
                </a:solidFill>
                <a:effectLst/>
                <a:latin typeface="HelveticaNeue Regular"/>
              </a:rPr>
              <a:t>: 10.1109/TASC.2020.3001035.</a:t>
            </a:r>
            <a:endParaRPr lang="en-IT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E3A3D6-5218-E6D4-5A7E-70DD0904D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4061959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21ACD-4F40-57CD-285E-4B6F167CE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CBFEE-667D-934B-F18E-81BBD03BF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From circuit theory…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8334DC-FCA2-9A8E-0BFF-3BE9C5109205}"/>
              </a:ext>
            </a:extLst>
          </p:cNvPr>
          <p:cNvGrpSpPr/>
          <p:nvPr/>
        </p:nvGrpSpPr>
        <p:grpSpPr>
          <a:xfrm>
            <a:off x="4345529" y="3090700"/>
            <a:ext cx="270000" cy="1620001"/>
            <a:chOff x="6845395" y="3360701"/>
            <a:chExt cx="270000" cy="1620001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B21458E4-EFB6-CDDB-4526-F5CBDCEA4D78}"/>
                </a:ext>
              </a:extLst>
            </p:cNvPr>
            <p:cNvSpPr/>
            <p:nvPr/>
          </p:nvSpPr>
          <p:spPr>
            <a:xfrm>
              <a:off x="6845395" y="3900702"/>
              <a:ext cx="270000" cy="540000"/>
            </a:xfrm>
            <a:prstGeom prst="roundRect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E0880AD-AA2E-86DE-D6A4-4063A4EC9084}"/>
                </a:ext>
              </a:extLst>
            </p:cNvPr>
            <p:cNvCxnSpPr>
              <a:cxnSpLocks/>
            </p:cNvCxnSpPr>
            <p:nvPr/>
          </p:nvCxnSpPr>
          <p:spPr>
            <a:xfrm>
              <a:off x="6980395" y="3360701"/>
              <a:ext cx="0" cy="54000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DA1FDA5-C2CA-E99D-E578-5CD6EE5F444D}"/>
                </a:ext>
              </a:extLst>
            </p:cNvPr>
            <p:cNvCxnSpPr>
              <a:cxnSpLocks/>
            </p:cNvCxnSpPr>
            <p:nvPr/>
          </p:nvCxnSpPr>
          <p:spPr>
            <a:xfrm>
              <a:off x="6980395" y="4440702"/>
              <a:ext cx="0" cy="54000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D3EF831-B476-E2E1-0845-B696C0D091C2}"/>
              </a:ext>
            </a:extLst>
          </p:cNvPr>
          <p:cNvGrpSpPr/>
          <p:nvPr/>
        </p:nvGrpSpPr>
        <p:grpSpPr>
          <a:xfrm>
            <a:off x="1281864" y="3090700"/>
            <a:ext cx="450000" cy="1618202"/>
            <a:chOff x="5008087" y="2683795"/>
            <a:chExt cx="450000" cy="1618202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FB7B595A-20A4-D304-7114-C887FB319F3F}"/>
                </a:ext>
              </a:extLst>
            </p:cNvPr>
            <p:cNvGrpSpPr/>
            <p:nvPr/>
          </p:nvGrpSpPr>
          <p:grpSpPr>
            <a:xfrm>
              <a:off x="5008087" y="2683795"/>
              <a:ext cx="450000" cy="1618202"/>
              <a:chOff x="5871000" y="2621427"/>
              <a:chExt cx="450000" cy="1618202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C39CDAF-DB0E-1049-69C9-DC2797552075}"/>
                  </a:ext>
                </a:extLst>
              </p:cNvPr>
              <p:cNvSpPr/>
              <p:nvPr/>
            </p:nvSpPr>
            <p:spPr>
              <a:xfrm>
                <a:off x="5871000" y="3206427"/>
                <a:ext cx="450000" cy="450000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10FE4230-5141-A943-F4B7-86C8B490CE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621427"/>
                <a:ext cx="0" cy="58500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0B452B9A-E8FD-EAEF-5086-78DA83B2D2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654629"/>
                <a:ext cx="0" cy="58500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F4B592C-DB71-31E8-0C55-F0ECE8108127}"/>
                  </a:ext>
                </a:extLst>
              </p:cNvPr>
              <p:cNvSpPr txBox="1"/>
              <p:nvPr/>
            </p:nvSpPr>
            <p:spPr>
              <a:xfrm>
                <a:off x="5941345" y="3144059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b="1"/>
                  <a:t>+</a:t>
                </a: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CAFAD03-2486-EC02-3793-38B65A2D9353}"/>
                </a:ext>
              </a:extLst>
            </p:cNvPr>
            <p:cNvSpPr txBox="1"/>
            <p:nvPr/>
          </p:nvSpPr>
          <p:spPr>
            <a:xfrm>
              <a:off x="5101282" y="3411831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b="1"/>
                <a:t>-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CDE7659-1A8B-8F98-85CA-274C8A68F20A}"/>
              </a:ext>
            </a:extLst>
          </p:cNvPr>
          <p:cNvGrpSpPr/>
          <p:nvPr/>
        </p:nvGrpSpPr>
        <p:grpSpPr>
          <a:xfrm rot="16200000">
            <a:off x="2858393" y="1600040"/>
            <a:ext cx="270000" cy="2974270"/>
            <a:chOff x="6845395" y="2683262"/>
            <a:chExt cx="270000" cy="2974270"/>
          </a:xfrm>
        </p:grpSpPr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43FA7DDD-8AA6-44B1-F9C6-95982EB90632}"/>
                </a:ext>
              </a:extLst>
            </p:cNvPr>
            <p:cNvSpPr/>
            <p:nvPr/>
          </p:nvSpPr>
          <p:spPr>
            <a:xfrm>
              <a:off x="6845395" y="3900702"/>
              <a:ext cx="270000" cy="540000"/>
            </a:xfrm>
            <a:prstGeom prst="roundRect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E4FC064-7B64-47CB-F538-5323AC21CCA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371676" y="3291982"/>
              <a:ext cx="1217439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79E31B3-0A4A-D469-5041-7542CEA2BC6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371979" y="5049117"/>
              <a:ext cx="1216831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409E34E-EF00-515A-1E9D-DE772D0C7C50}"/>
              </a:ext>
            </a:extLst>
          </p:cNvPr>
          <p:cNvCxnSpPr>
            <a:cxnSpLocks/>
          </p:cNvCxnSpPr>
          <p:nvPr/>
        </p:nvCxnSpPr>
        <p:spPr>
          <a:xfrm>
            <a:off x="1506867" y="4708902"/>
            <a:ext cx="2973662" cy="17144"/>
          </a:xfrm>
          <a:prstGeom prst="line">
            <a:avLst/>
          </a:prstGeom>
          <a:ln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6CC638-C145-E5DA-6816-805C9005917E}"/>
                  </a:ext>
                </a:extLst>
              </p:cNvPr>
              <p:cNvSpPr txBox="1"/>
              <p:nvPr/>
            </p:nvSpPr>
            <p:spPr>
              <a:xfrm>
                <a:off x="602961" y="3716034"/>
                <a:ext cx="6073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E6CC638-C145-E5DA-6816-805C90059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61" y="3716034"/>
                <a:ext cx="607346" cy="369332"/>
              </a:xfrm>
              <a:prstGeom prst="rect">
                <a:avLst/>
              </a:prstGeom>
              <a:blipFill>
                <a:blip r:embed="rId2"/>
                <a:stretch>
                  <a:fillRect l="-6122" t="-3333" r="-16327" b="-30000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1075DA-87A9-EFBB-3E2D-8FF9C81FAA50}"/>
                  </a:ext>
                </a:extLst>
              </p:cNvPr>
              <p:cNvSpPr txBox="1"/>
              <p:nvPr/>
            </p:nvSpPr>
            <p:spPr>
              <a:xfrm>
                <a:off x="2723698" y="2556501"/>
                <a:ext cx="5934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𝑙𝑖𝑛𝑒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1075DA-87A9-EFBB-3E2D-8FF9C81FA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3698" y="2556501"/>
                <a:ext cx="593432" cy="369332"/>
              </a:xfrm>
              <a:prstGeom prst="rect">
                <a:avLst/>
              </a:prstGeom>
              <a:blipFill>
                <a:blip r:embed="rId3"/>
                <a:stretch>
                  <a:fillRect l="-12500" r="-10417" b="-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580876-B0CB-5D10-E52D-8A684782B52E}"/>
                  </a:ext>
                </a:extLst>
              </p:cNvPr>
              <p:cNvSpPr txBox="1"/>
              <p:nvPr/>
            </p:nvSpPr>
            <p:spPr>
              <a:xfrm>
                <a:off x="4736550" y="3716034"/>
                <a:ext cx="6830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𝑙𝑜𝑎𝑑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580876-B0CB-5D10-E52D-8A684782B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550" y="3716034"/>
                <a:ext cx="683007" cy="369332"/>
              </a:xfrm>
              <a:prstGeom prst="rect">
                <a:avLst/>
              </a:prstGeom>
              <a:blipFill>
                <a:blip r:embed="rId4"/>
                <a:stretch>
                  <a:fillRect l="-10909" r="-10909" b="-6667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9B4EE388-945E-BA9A-8E5F-4971F5220F67}"/>
              </a:ext>
            </a:extLst>
          </p:cNvPr>
          <p:cNvGrpSpPr/>
          <p:nvPr/>
        </p:nvGrpSpPr>
        <p:grpSpPr>
          <a:xfrm>
            <a:off x="6939373" y="2577665"/>
            <a:ext cx="4816596" cy="2148869"/>
            <a:chOff x="6939373" y="2577665"/>
            <a:chExt cx="4816596" cy="214886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8E3BCC1-6C9E-2ADC-21F0-44E0966B82B3}"/>
                </a:ext>
              </a:extLst>
            </p:cNvPr>
            <p:cNvGrpSpPr/>
            <p:nvPr/>
          </p:nvGrpSpPr>
          <p:grpSpPr>
            <a:xfrm>
              <a:off x="10681941" y="3091188"/>
              <a:ext cx="270000" cy="1620001"/>
              <a:chOff x="6845395" y="3360701"/>
              <a:chExt cx="270000" cy="1620001"/>
            </a:xfrm>
          </p:grpSpPr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2C86DCA3-8018-A338-EF2E-878201D4A065}"/>
                  </a:ext>
                </a:extLst>
              </p:cNvPr>
              <p:cNvSpPr/>
              <p:nvPr/>
            </p:nvSpPr>
            <p:spPr>
              <a:xfrm>
                <a:off x="6845395" y="3900702"/>
                <a:ext cx="270000" cy="540000"/>
              </a:xfrm>
              <a:prstGeom prst="roundRect">
                <a:avLst/>
              </a:prstGeom>
              <a:solidFill>
                <a:schemeClr val="bg1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41CB808-0CD3-CE73-D059-2074407809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0395" y="3360701"/>
                <a:ext cx="0" cy="54000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7E4EFBBB-7306-F750-D519-BE3DCD6454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0395" y="4440702"/>
                <a:ext cx="0" cy="54000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FE8F679-C4D2-6066-ECB8-7BBE492A54A2}"/>
                </a:ext>
              </a:extLst>
            </p:cNvPr>
            <p:cNvGrpSpPr/>
            <p:nvPr/>
          </p:nvGrpSpPr>
          <p:grpSpPr>
            <a:xfrm>
              <a:off x="7618276" y="3091188"/>
              <a:ext cx="450000" cy="1618202"/>
              <a:chOff x="5008087" y="2683795"/>
              <a:chExt cx="450000" cy="16182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ECAB99E-C010-B9F5-1C23-963BDC242DEF}"/>
                  </a:ext>
                </a:extLst>
              </p:cNvPr>
              <p:cNvGrpSpPr/>
              <p:nvPr/>
            </p:nvGrpSpPr>
            <p:grpSpPr>
              <a:xfrm>
                <a:off x="5008087" y="2683795"/>
                <a:ext cx="450000" cy="1618202"/>
                <a:chOff x="5871000" y="2621427"/>
                <a:chExt cx="450000" cy="1618202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2853DB0C-0A5B-C7B2-7FF8-28AB120567A3}"/>
                    </a:ext>
                  </a:extLst>
                </p:cNvPr>
                <p:cNvSpPr/>
                <p:nvPr/>
              </p:nvSpPr>
              <p:spPr>
                <a:xfrm>
                  <a:off x="5871000" y="3206427"/>
                  <a:ext cx="450000" cy="4500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6AD69DDD-6B2C-41E2-B560-35CBDEBB6C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2621427"/>
                  <a:ext cx="0" cy="585000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CD659B8C-B20B-B141-4683-7A47B17AB3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654629"/>
                  <a:ext cx="0" cy="585000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7AC572F-EE28-1DF9-D113-61F65490185F}"/>
                    </a:ext>
                  </a:extLst>
                </p:cNvPr>
                <p:cNvSpPr txBox="1"/>
                <p:nvPr/>
              </p:nvSpPr>
              <p:spPr>
                <a:xfrm>
                  <a:off x="5941345" y="3144059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T" b="1"/>
                    <a:t>+</a:t>
                  </a:r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0F54279-5524-02E3-3CA7-AE312BAD7F27}"/>
                  </a:ext>
                </a:extLst>
              </p:cNvPr>
              <p:cNvSpPr txBox="1"/>
              <p:nvPr/>
            </p:nvSpPr>
            <p:spPr>
              <a:xfrm>
                <a:off x="5101282" y="3411831"/>
                <a:ext cx="2632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b="1"/>
                  <a:t>-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0EF1A90-C081-3C38-A697-E26E58D9191B}"/>
                </a:ext>
              </a:extLst>
            </p:cNvPr>
            <p:cNvGrpSpPr/>
            <p:nvPr/>
          </p:nvGrpSpPr>
          <p:grpSpPr>
            <a:xfrm rot="16200000">
              <a:off x="9194805" y="1600528"/>
              <a:ext cx="270000" cy="2974270"/>
              <a:chOff x="6845395" y="2683262"/>
              <a:chExt cx="270000" cy="2974270"/>
            </a:xfrm>
          </p:grpSpPr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67305DE3-81E6-D40D-E8A8-BE93AC21804E}"/>
                  </a:ext>
                </a:extLst>
              </p:cNvPr>
              <p:cNvSpPr/>
              <p:nvPr/>
            </p:nvSpPr>
            <p:spPr>
              <a:xfrm>
                <a:off x="6845395" y="3900702"/>
                <a:ext cx="270000" cy="540000"/>
              </a:xfrm>
              <a:prstGeom prst="round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918EA33C-131F-4149-45A2-CCE4FE1BB43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371676" y="3291982"/>
                <a:ext cx="1217439" cy="0"/>
              </a:xfrm>
              <a:prstGeom prst="line">
                <a:avLst/>
              </a:prstGeom>
              <a:ln cap="rnd">
                <a:solidFill>
                  <a:schemeClr val="tx1">
                    <a:alpha val="5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7E6E5B8C-A3FA-8119-3A92-795DBB5CFD1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371979" y="5049117"/>
                <a:ext cx="1216831" cy="0"/>
              </a:xfrm>
              <a:prstGeom prst="line">
                <a:avLst/>
              </a:prstGeom>
              <a:ln cap="rnd">
                <a:solidFill>
                  <a:schemeClr val="tx1">
                    <a:alpha val="50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DE72010-7956-C063-AB07-A1275B59E715}"/>
                </a:ext>
              </a:extLst>
            </p:cNvPr>
            <p:cNvCxnSpPr>
              <a:cxnSpLocks/>
            </p:cNvCxnSpPr>
            <p:nvPr/>
          </p:nvCxnSpPr>
          <p:spPr>
            <a:xfrm>
              <a:off x="7843279" y="4709390"/>
              <a:ext cx="2973662" cy="17144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7656C7C-5761-7406-D437-29DA7E411F32}"/>
                    </a:ext>
                  </a:extLst>
                </p:cNvPr>
                <p:cNvSpPr txBox="1"/>
                <p:nvPr/>
              </p:nvSpPr>
              <p:spPr>
                <a:xfrm>
                  <a:off x="6939373" y="3716522"/>
                  <a:ext cx="60734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T" sz="240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7656C7C-5761-7406-D437-29DA7E411F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9373" y="3716522"/>
                  <a:ext cx="607346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6122" t="-3333" r="-16327" b="-30000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5621FE8-F821-5B14-E38D-0B57972A5E19}"/>
                    </a:ext>
                  </a:extLst>
                </p:cNvPr>
                <p:cNvSpPr txBox="1"/>
                <p:nvPr/>
              </p:nvSpPr>
              <p:spPr>
                <a:xfrm>
                  <a:off x="11072962" y="3716522"/>
                  <a:ext cx="68300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𝑙𝑜𝑎𝑑</m:t>
                        </m:r>
                      </m:oMath>
                    </m:oMathPara>
                  </a14:m>
                  <a:endParaRPr lang="en-IT" sz="240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5621FE8-F821-5B14-E38D-0B57972A5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72962" y="3716522"/>
                  <a:ext cx="683007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0909" r="-9091" b="-6667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EDF53DD-5529-C00D-B058-04AEF86B7F86}"/>
                </a:ext>
              </a:extLst>
            </p:cNvPr>
            <p:cNvGrpSpPr/>
            <p:nvPr/>
          </p:nvGrpSpPr>
          <p:grpSpPr>
            <a:xfrm rot="5400000">
              <a:off x="9839162" y="2294828"/>
              <a:ext cx="298977" cy="1620001"/>
              <a:chOff x="7453879" y="3360701"/>
              <a:chExt cx="298977" cy="1620001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C5F20347-92A8-87E4-9F77-93F6460C7BC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200000">
                <a:off x="7333368" y="4021213"/>
                <a:ext cx="540000" cy="298977"/>
                <a:chOff x="2887363" y="5330087"/>
                <a:chExt cx="1799966" cy="996572"/>
              </a:xfrm>
            </p:grpSpPr>
            <p:sp>
              <p:nvSpPr>
                <p:cNvPr id="15" name="Arc 14">
                  <a:extLst>
                    <a:ext uri="{FF2B5EF4-FFF2-40B4-BE49-F238E27FC236}">
                      <a16:creationId xmlns:a16="http://schemas.microsoft.com/office/drawing/2014/main" id="{E7886690-1DA9-F164-8550-1BAF76BE7551}"/>
                    </a:ext>
                  </a:extLst>
                </p:cNvPr>
                <p:cNvSpPr/>
                <p:nvPr/>
              </p:nvSpPr>
              <p:spPr>
                <a:xfrm>
                  <a:off x="3270422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9" name="Arc 18">
                  <a:extLst>
                    <a:ext uri="{FF2B5EF4-FFF2-40B4-BE49-F238E27FC236}">
                      <a16:creationId xmlns:a16="http://schemas.microsoft.com/office/drawing/2014/main" id="{411F8265-F8AB-F0B5-764E-F5A01E4E06F5}"/>
                    </a:ext>
                  </a:extLst>
                </p:cNvPr>
                <p:cNvSpPr/>
                <p:nvPr/>
              </p:nvSpPr>
              <p:spPr>
                <a:xfrm>
                  <a:off x="3653481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0" name="Arc 19">
                  <a:extLst>
                    <a:ext uri="{FF2B5EF4-FFF2-40B4-BE49-F238E27FC236}">
                      <a16:creationId xmlns:a16="http://schemas.microsoft.com/office/drawing/2014/main" id="{62FE5C9C-19ED-02E1-829B-D4F8BAA7A087}"/>
                    </a:ext>
                  </a:extLst>
                </p:cNvPr>
                <p:cNvSpPr/>
                <p:nvPr/>
              </p:nvSpPr>
              <p:spPr>
                <a:xfrm>
                  <a:off x="4036540" y="5330087"/>
                  <a:ext cx="650789" cy="996572"/>
                </a:xfrm>
                <a:prstGeom prst="arc">
                  <a:avLst>
                    <a:gd name="adj1" fmla="val 10790216"/>
                    <a:gd name="adj2" fmla="val 21038836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1" name="Arc 20">
                  <a:extLst>
                    <a:ext uri="{FF2B5EF4-FFF2-40B4-BE49-F238E27FC236}">
                      <a16:creationId xmlns:a16="http://schemas.microsoft.com/office/drawing/2014/main" id="{5B19DD2D-59E8-58F9-0FA5-6849C9C8C04E}"/>
                    </a:ext>
                  </a:extLst>
                </p:cNvPr>
                <p:cNvSpPr/>
                <p:nvPr/>
              </p:nvSpPr>
              <p:spPr>
                <a:xfrm>
                  <a:off x="2887363" y="5330087"/>
                  <a:ext cx="650789" cy="996572"/>
                </a:xfrm>
                <a:prstGeom prst="arc">
                  <a:avLst>
                    <a:gd name="adj1" fmla="val 11355569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3" name="Arc 22">
                  <a:extLst>
                    <a:ext uri="{FF2B5EF4-FFF2-40B4-BE49-F238E27FC236}">
                      <a16:creationId xmlns:a16="http://schemas.microsoft.com/office/drawing/2014/main" id="{0963E526-6C7E-92AE-EC36-C9816CCEAAF2}"/>
                    </a:ext>
                  </a:extLst>
                </p:cNvPr>
                <p:cNvSpPr/>
                <p:nvPr/>
              </p:nvSpPr>
              <p:spPr>
                <a:xfrm rot="10800000">
                  <a:off x="3653481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4" name="Arc 23">
                  <a:extLst>
                    <a:ext uri="{FF2B5EF4-FFF2-40B4-BE49-F238E27FC236}">
                      <a16:creationId xmlns:a16="http://schemas.microsoft.com/office/drawing/2014/main" id="{EF6E5C83-CFD2-A579-06DE-1D58F4AB7543}"/>
                    </a:ext>
                  </a:extLst>
                </p:cNvPr>
                <p:cNvSpPr/>
                <p:nvPr/>
              </p:nvSpPr>
              <p:spPr>
                <a:xfrm rot="10800000">
                  <a:off x="4036130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5" name="Arc 24">
                  <a:extLst>
                    <a:ext uri="{FF2B5EF4-FFF2-40B4-BE49-F238E27FC236}">
                      <a16:creationId xmlns:a16="http://schemas.microsoft.com/office/drawing/2014/main" id="{218CE841-DFF5-0A6B-B86A-9501D75A6019}"/>
                    </a:ext>
                  </a:extLst>
                </p:cNvPr>
                <p:cNvSpPr/>
                <p:nvPr/>
              </p:nvSpPr>
              <p:spPr>
                <a:xfrm rot="10800000">
                  <a:off x="3270011" y="5454663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</p:grp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D1D4527-F034-947E-EAEA-C5201C3007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9383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0F018E3-158D-6814-E4A3-A1B4420D8F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9917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94FE6BB-6CC5-E79F-30AB-37509D72172D}"/>
                </a:ext>
              </a:extLst>
            </p:cNvPr>
            <p:cNvGrpSpPr/>
            <p:nvPr/>
          </p:nvGrpSpPr>
          <p:grpSpPr>
            <a:xfrm rot="5400000">
              <a:off x="8543884" y="2277174"/>
              <a:ext cx="242888" cy="1620001"/>
              <a:chOff x="7860988" y="3360701"/>
              <a:chExt cx="242888" cy="1620001"/>
            </a:xfrm>
          </p:grpSpPr>
          <p:sp>
            <p:nvSpPr>
              <p:cNvPr id="42" name="Line 475">
                <a:extLst>
                  <a:ext uri="{FF2B5EF4-FFF2-40B4-BE49-F238E27FC236}">
                    <a16:creationId xmlns:a16="http://schemas.microsoft.com/office/drawing/2014/main" id="{596A4367-3D64-307C-EF72-4F3CFD4DD6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3" name="Line 476">
                <a:extLst>
                  <a:ext uri="{FF2B5EF4-FFF2-40B4-BE49-F238E27FC236}">
                    <a16:creationId xmlns:a16="http://schemas.microsoft.com/office/drawing/2014/main" id="{93E3F38F-E836-BFFC-27E2-0D8B2286B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4" name="Line 477">
                <a:extLst>
                  <a:ext uri="{FF2B5EF4-FFF2-40B4-BE49-F238E27FC236}">
                    <a16:creationId xmlns:a16="http://schemas.microsoft.com/office/drawing/2014/main" id="{E10E985A-AB2E-FCFE-BB56-BF8B0092D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5" name="Line 478">
                <a:extLst>
                  <a:ext uri="{FF2B5EF4-FFF2-40B4-BE49-F238E27FC236}">
                    <a16:creationId xmlns:a16="http://schemas.microsoft.com/office/drawing/2014/main" id="{387994C9-52A5-B878-33F9-2F22F979B6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6" name="Line 479">
                <a:extLst>
                  <a:ext uri="{FF2B5EF4-FFF2-40B4-BE49-F238E27FC236}">
                    <a16:creationId xmlns:a16="http://schemas.microsoft.com/office/drawing/2014/main" id="{BB541C56-31FB-AA27-F634-4AB87B6068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7" name="Line 480">
                <a:extLst>
                  <a:ext uri="{FF2B5EF4-FFF2-40B4-BE49-F238E27FC236}">
                    <a16:creationId xmlns:a16="http://schemas.microsoft.com/office/drawing/2014/main" id="{5E82572E-C0C6-5F4B-3491-A3B62B3C5C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8" name="Line 481">
                <a:extLst>
                  <a:ext uri="{FF2B5EF4-FFF2-40B4-BE49-F238E27FC236}">
                    <a16:creationId xmlns:a16="http://schemas.microsoft.com/office/drawing/2014/main" id="{46FA0361-D078-E7BD-427A-1156438DD0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9" name="Line 482">
                <a:extLst>
                  <a:ext uri="{FF2B5EF4-FFF2-40B4-BE49-F238E27FC236}">
                    <a16:creationId xmlns:a16="http://schemas.microsoft.com/office/drawing/2014/main" id="{E510A8EA-BD08-AF48-1D13-7D5DC0FE80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50" name="Line 483">
                <a:extLst>
                  <a:ext uri="{FF2B5EF4-FFF2-40B4-BE49-F238E27FC236}">
                    <a16:creationId xmlns:a16="http://schemas.microsoft.com/office/drawing/2014/main" id="{201DA34F-5332-C020-49CC-59F41DA685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DAC4A3D9-CA83-DFB2-C028-FE247AAF91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900EAEF9-7E41-C3ED-B530-16A130F277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118B1E0-2CC0-A6CE-9413-6DA2873B94C3}"/>
                    </a:ext>
                  </a:extLst>
                </p:cNvPr>
                <p:cNvSpPr txBox="1"/>
                <p:nvPr/>
              </p:nvSpPr>
              <p:spPr>
                <a:xfrm>
                  <a:off x="8510728" y="2577665"/>
                  <a:ext cx="26712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IT" sz="24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A118B1E0-2CC0-A6CE-9413-6DA2873B9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0728" y="2577665"/>
                  <a:ext cx="267124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27273" r="-18182" b="-6897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FA1340D-2F46-A001-DEFE-69F18DED774D}"/>
                    </a:ext>
                  </a:extLst>
                </p:cNvPr>
                <p:cNvSpPr txBox="1"/>
                <p:nvPr/>
              </p:nvSpPr>
              <p:spPr>
                <a:xfrm>
                  <a:off x="9882368" y="2586007"/>
                  <a:ext cx="23230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IT" sz="24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FA1340D-2F46-A001-DEFE-69F18DED77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82368" y="2586007"/>
                  <a:ext cx="232307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31579" r="-26316" b="-333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57311993-48D2-ED2E-4117-45035D018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249522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9DC7C-81FB-E66A-8658-40A474037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67F02-4EFA-B29C-2067-4DB9ADF40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Cable resistance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D9B2698-02B5-3935-B7B5-945304DD5D1C}"/>
              </a:ext>
            </a:extLst>
          </p:cNvPr>
          <p:cNvGrpSpPr/>
          <p:nvPr/>
        </p:nvGrpSpPr>
        <p:grpSpPr>
          <a:xfrm>
            <a:off x="4345529" y="2947268"/>
            <a:ext cx="270000" cy="1620001"/>
            <a:chOff x="6845395" y="3360701"/>
            <a:chExt cx="270000" cy="1620001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3474F476-A686-D993-B1D2-612C3662C10E}"/>
                </a:ext>
              </a:extLst>
            </p:cNvPr>
            <p:cNvSpPr/>
            <p:nvPr/>
          </p:nvSpPr>
          <p:spPr>
            <a:xfrm>
              <a:off x="6845395" y="3900702"/>
              <a:ext cx="270000" cy="540000"/>
            </a:xfrm>
            <a:prstGeom prst="roundRect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20FE38E-8739-404D-83E4-3F1ADFE49145}"/>
                </a:ext>
              </a:extLst>
            </p:cNvPr>
            <p:cNvCxnSpPr>
              <a:cxnSpLocks/>
            </p:cNvCxnSpPr>
            <p:nvPr/>
          </p:nvCxnSpPr>
          <p:spPr>
            <a:xfrm>
              <a:off x="6980395" y="3360701"/>
              <a:ext cx="0" cy="54000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B50083D-61BE-209F-8262-F10C6DEE8214}"/>
                </a:ext>
              </a:extLst>
            </p:cNvPr>
            <p:cNvCxnSpPr>
              <a:cxnSpLocks/>
            </p:cNvCxnSpPr>
            <p:nvPr/>
          </p:nvCxnSpPr>
          <p:spPr>
            <a:xfrm>
              <a:off x="6980395" y="4440702"/>
              <a:ext cx="0" cy="54000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B6D16E4-3C31-068E-E450-5B93D7635F2E}"/>
              </a:ext>
            </a:extLst>
          </p:cNvPr>
          <p:cNvGrpSpPr/>
          <p:nvPr/>
        </p:nvGrpSpPr>
        <p:grpSpPr>
          <a:xfrm>
            <a:off x="1281864" y="2947268"/>
            <a:ext cx="450000" cy="1618202"/>
            <a:chOff x="5008087" y="2683795"/>
            <a:chExt cx="450000" cy="1618202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D12D35B4-6119-1474-5F30-F156A0556543}"/>
                </a:ext>
              </a:extLst>
            </p:cNvPr>
            <p:cNvGrpSpPr/>
            <p:nvPr/>
          </p:nvGrpSpPr>
          <p:grpSpPr>
            <a:xfrm>
              <a:off x="5008087" y="2683795"/>
              <a:ext cx="450000" cy="1618202"/>
              <a:chOff x="5871000" y="2621427"/>
              <a:chExt cx="450000" cy="1618202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E25E9854-424A-0845-1373-2B8B2B89322C}"/>
                  </a:ext>
                </a:extLst>
              </p:cNvPr>
              <p:cNvSpPr/>
              <p:nvPr/>
            </p:nvSpPr>
            <p:spPr>
              <a:xfrm>
                <a:off x="5871000" y="3206427"/>
                <a:ext cx="450000" cy="450000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DFBCA103-6ABF-B3F6-9F3F-66B34D89D5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621427"/>
                <a:ext cx="0" cy="58500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2D6F0B73-753F-B9D5-0A57-B84C2F1073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654629"/>
                <a:ext cx="0" cy="58500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284BBAD-1CAE-9213-F996-334179942428}"/>
                  </a:ext>
                </a:extLst>
              </p:cNvPr>
              <p:cNvSpPr txBox="1"/>
              <p:nvPr/>
            </p:nvSpPr>
            <p:spPr>
              <a:xfrm>
                <a:off x="5941345" y="3144059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b="1"/>
                  <a:t>+</a:t>
                </a: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8A03988-271F-DD98-3E2C-2FC6B8FA755E}"/>
                </a:ext>
              </a:extLst>
            </p:cNvPr>
            <p:cNvSpPr txBox="1"/>
            <p:nvPr/>
          </p:nvSpPr>
          <p:spPr>
            <a:xfrm>
              <a:off x="5101282" y="3411831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b="1"/>
                <a:t>-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5C5615-DFC4-25EE-C365-6735E97BEFAE}"/>
                  </a:ext>
                </a:extLst>
              </p:cNvPr>
              <p:cNvSpPr txBox="1"/>
              <p:nvPr/>
            </p:nvSpPr>
            <p:spPr>
              <a:xfrm>
                <a:off x="602961" y="3572602"/>
                <a:ext cx="6073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5C5615-DFC4-25EE-C365-6735E97BE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61" y="3572602"/>
                <a:ext cx="607346" cy="369332"/>
              </a:xfrm>
              <a:prstGeom prst="rect">
                <a:avLst/>
              </a:prstGeom>
              <a:blipFill>
                <a:blip r:embed="rId2"/>
                <a:stretch>
                  <a:fillRect l="-6122" t="-3333" r="-16327" b="-30000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444DA9-B256-E45E-5B56-745E41B6C9EE}"/>
                  </a:ext>
                </a:extLst>
              </p:cNvPr>
              <p:cNvSpPr txBox="1"/>
              <p:nvPr/>
            </p:nvSpPr>
            <p:spPr>
              <a:xfrm>
                <a:off x="2696403" y="2414444"/>
                <a:ext cx="59343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𝑙𝑖𝑛𝑒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444DA9-B256-E45E-5B56-745E41B6C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403" y="2414444"/>
                <a:ext cx="593432" cy="369332"/>
              </a:xfrm>
              <a:prstGeom prst="rect">
                <a:avLst/>
              </a:prstGeom>
              <a:blipFill>
                <a:blip r:embed="rId3"/>
                <a:stretch>
                  <a:fillRect l="-12500" r="-10417" b="-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8F315B-AB81-0677-3147-F958FB280BB4}"/>
                  </a:ext>
                </a:extLst>
              </p:cNvPr>
              <p:cNvSpPr txBox="1"/>
              <p:nvPr/>
            </p:nvSpPr>
            <p:spPr>
              <a:xfrm>
                <a:off x="4736550" y="3572602"/>
                <a:ext cx="6830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𝑙𝑜𝑎𝑑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58F315B-AB81-0677-3147-F958FB280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550" y="3572602"/>
                <a:ext cx="683007" cy="369332"/>
              </a:xfrm>
              <a:prstGeom prst="rect">
                <a:avLst/>
              </a:prstGeom>
              <a:blipFill>
                <a:blip r:embed="rId4"/>
                <a:stretch>
                  <a:fillRect l="-10909" r="-10909" b="-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09E2F419-22E6-92CA-C3B1-C101C6D06160}"/>
              </a:ext>
            </a:extLst>
          </p:cNvPr>
          <p:cNvGrpSpPr/>
          <p:nvPr/>
        </p:nvGrpSpPr>
        <p:grpSpPr>
          <a:xfrm>
            <a:off x="1510733" y="2859958"/>
            <a:ext cx="2969796" cy="179614"/>
            <a:chOff x="1510733" y="3003390"/>
            <a:chExt cx="2969796" cy="179614"/>
          </a:xfrm>
        </p:grpSpPr>
        <p:sp>
          <p:nvSpPr>
            <p:cNvPr id="5" name="Can 4">
              <a:extLst>
                <a:ext uri="{FF2B5EF4-FFF2-40B4-BE49-F238E27FC236}">
                  <a16:creationId xmlns:a16="http://schemas.microsoft.com/office/drawing/2014/main" id="{5C859E0C-66B3-A836-7ED1-A0B3783535E2}"/>
                </a:ext>
              </a:extLst>
            </p:cNvPr>
            <p:cNvSpPr/>
            <p:nvPr/>
          </p:nvSpPr>
          <p:spPr>
            <a:xfrm rot="16200000">
              <a:off x="2916536" y="2159011"/>
              <a:ext cx="179614" cy="1868372"/>
            </a:xfrm>
            <a:prstGeom prst="can">
              <a:avLst>
                <a:gd name="adj" fmla="val 62992"/>
              </a:avLst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8246DA7-F288-BD1A-A33D-D3FB4324C35B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1510733" y="3086193"/>
              <a:ext cx="674566" cy="7004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F6765F6-84C4-0829-9754-E52EFF74D2C6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3940529" y="3093197"/>
              <a:ext cx="5400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D983980-706A-2F86-8A53-4B2E81992E00}"/>
              </a:ext>
            </a:extLst>
          </p:cNvPr>
          <p:cNvGrpSpPr/>
          <p:nvPr/>
        </p:nvGrpSpPr>
        <p:grpSpPr>
          <a:xfrm>
            <a:off x="1506258" y="4493295"/>
            <a:ext cx="2969796" cy="179614"/>
            <a:chOff x="1510733" y="3003390"/>
            <a:chExt cx="2969796" cy="179614"/>
          </a:xfrm>
        </p:grpSpPr>
        <p:sp>
          <p:nvSpPr>
            <p:cNvPr id="70" name="Can 69">
              <a:extLst>
                <a:ext uri="{FF2B5EF4-FFF2-40B4-BE49-F238E27FC236}">
                  <a16:creationId xmlns:a16="http://schemas.microsoft.com/office/drawing/2014/main" id="{1859D64F-F556-64C1-3694-AB85572FEAA3}"/>
                </a:ext>
              </a:extLst>
            </p:cNvPr>
            <p:cNvSpPr/>
            <p:nvPr/>
          </p:nvSpPr>
          <p:spPr>
            <a:xfrm rot="16200000">
              <a:off x="2916536" y="2159011"/>
              <a:ext cx="179614" cy="1868372"/>
            </a:xfrm>
            <a:prstGeom prst="can">
              <a:avLst>
                <a:gd name="adj" fmla="val 62992"/>
              </a:avLst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3083D0F-01AB-CB7A-62A7-02B3E1D56F4A}"/>
                </a:ext>
              </a:extLst>
            </p:cNvPr>
            <p:cNvCxnSpPr>
              <a:cxnSpLocks/>
              <a:endCxn id="70" idx="0"/>
            </p:cNvCxnSpPr>
            <p:nvPr/>
          </p:nvCxnSpPr>
          <p:spPr>
            <a:xfrm>
              <a:off x="1510733" y="3086193"/>
              <a:ext cx="674566" cy="7004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FC5F299-89C5-B48F-FFD4-73EC595A6F79}"/>
                </a:ext>
              </a:extLst>
            </p:cNvPr>
            <p:cNvCxnSpPr>
              <a:cxnSpLocks/>
              <a:stCxn id="70" idx="3"/>
            </p:cNvCxnSpPr>
            <p:nvPr/>
          </p:nvCxnSpPr>
          <p:spPr>
            <a:xfrm>
              <a:off x="3940529" y="3093197"/>
              <a:ext cx="5400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F6114A0-D400-609C-4105-25743862BA0C}"/>
              </a:ext>
            </a:extLst>
          </p:cNvPr>
          <p:cNvGrpSpPr/>
          <p:nvPr/>
        </p:nvGrpSpPr>
        <p:grpSpPr>
          <a:xfrm>
            <a:off x="6668699" y="2427077"/>
            <a:ext cx="4816596" cy="3475707"/>
            <a:chOff x="6668699" y="2427077"/>
            <a:chExt cx="4816596" cy="347570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0297392-96FD-6180-3178-E2C63A9FFA17}"/>
                </a:ext>
              </a:extLst>
            </p:cNvPr>
            <p:cNvGrpSpPr/>
            <p:nvPr/>
          </p:nvGrpSpPr>
          <p:grpSpPr>
            <a:xfrm rot="5400000">
              <a:off x="8994494" y="2126586"/>
              <a:ext cx="242888" cy="1620001"/>
              <a:chOff x="7860988" y="3360701"/>
              <a:chExt cx="242888" cy="1620001"/>
            </a:xfrm>
          </p:grpSpPr>
          <p:sp>
            <p:nvSpPr>
              <p:cNvPr id="42" name="Line 475">
                <a:extLst>
                  <a:ext uri="{FF2B5EF4-FFF2-40B4-BE49-F238E27FC236}">
                    <a16:creationId xmlns:a16="http://schemas.microsoft.com/office/drawing/2014/main" id="{AAE73A3E-9204-E522-34C7-ACA6EDA4E8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3" name="Line 476">
                <a:extLst>
                  <a:ext uri="{FF2B5EF4-FFF2-40B4-BE49-F238E27FC236}">
                    <a16:creationId xmlns:a16="http://schemas.microsoft.com/office/drawing/2014/main" id="{1695891E-626E-5896-DC47-54366B74C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4" name="Line 477">
                <a:extLst>
                  <a:ext uri="{FF2B5EF4-FFF2-40B4-BE49-F238E27FC236}">
                    <a16:creationId xmlns:a16="http://schemas.microsoft.com/office/drawing/2014/main" id="{C8E32841-0A59-1F84-C59B-141DEFBCD4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5" name="Line 478">
                <a:extLst>
                  <a:ext uri="{FF2B5EF4-FFF2-40B4-BE49-F238E27FC236}">
                    <a16:creationId xmlns:a16="http://schemas.microsoft.com/office/drawing/2014/main" id="{D14371CF-03A6-62BF-A61D-3F412DA665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6" name="Line 479">
                <a:extLst>
                  <a:ext uri="{FF2B5EF4-FFF2-40B4-BE49-F238E27FC236}">
                    <a16:creationId xmlns:a16="http://schemas.microsoft.com/office/drawing/2014/main" id="{1ACAED5B-AE30-E8DB-1F7F-9F45369DAA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7" name="Line 480">
                <a:extLst>
                  <a:ext uri="{FF2B5EF4-FFF2-40B4-BE49-F238E27FC236}">
                    <a16:creationId xmlns:a16="http://schemas.microsoft.com/office/drawing/2014/main" id="{CAC164E8-B0C3-A875-DC89-8F71205C12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8" name="Line 481">
                <a:extLst>
                  <a:ext uri="{FF2B5EF4-FFF2-40B4-BE49-F238E27FC236}">
                    <a16:creationId xmlns:a16="http://schemas.microsoft.com/office/drawing/2014/main" id="{BDB0AE6A-618F-0DEE-2A5A-8F4AAED324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9" name="Line 482">
                <a:extLst>
                  <a:ext uri="{FF2B5EF4-FFF2-40B4-BE49-F238E27FC236}">
                    <a16:creationId xmlns:a16="http://schemas.microsoft.com/office/drawing/2014/main" id="{F2A24663-B997-C1C8-A7F9-EFB0117325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50" name="Line 483">
                <a:extLst>
                  <a:ext uri="{FF2B5EF4-FFF2-40B4-BE49-F238E27FC236}">
                    <a16:creationId xmlns:a16="http://schemas.microsoft.com/office/drawing/2014/main" id="{088AE0CE-F10A-F22F-60AC-DAD429D87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DD9AF73-DD7B-4891-7AC3-F2FB043C6A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C806AECD-54F5-BE98-A8FA-0AEAA486E7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4BAC631-E98F-99F9-5280-581EF63F83FE}"/>
                    </a:ext>
                  </a:extLst>
                </p:cNvPr>
                <p:cNvSpPr txBox="1"/>
                <p:nvPr/>
              </p:nvSpPr>
              <p:spPr>
                <a:xfrm>
                  <a:off x="8961338" y="2427077"/>
                  <a:ext cx="26712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IT" sz="24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4BAC631-E98F-99F9-5280-581EF63F83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1338" y="2427077"/>
                  <a:ext cx="267124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7273" r="-22727" b="-333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CB1F4C5-7A4E-A7E7-1879-046458E0BEFA}"/>
                </a:ext>
              </a:extLst>
            </p:cNvPr>
            <p:cNvGrpSpPr/>
            <p:nvPr/>
          </p:nvGrpSpPr>
          <p:grpSpPr>
            <a:xfrm>
              <a:off x="10411267" y="2941093"/>
              <a:ext cx="270000" cy="1620001"/>
              <a:chOff x="6845395" y="3360701"/>
              <a:chExt cx="270000" cy="1620001"/>
            </a:xfrm>
          </p:grpSpPr>
          <p:sp>
            <p:nvSpPr>
              <p:cNvPr id="82" name="Rounded Rectangle 81">
                <a:extLst>
                  <a:ext uri="{FF2B5EF4-FFF2-40B4-BE49-F238E27FC236}">
                    <a16:creationId xmlns:a16="http://schemas.microsoft.com/office/drawing/2014/main" id="{016B79D4-2043-51AF-7368-7AE5B9810618}"/>
                  </a:ext>
                </a:extLst>
              </p:cNvPr>
              <p:cNvSpPr/>
              <p:nvPr/>
            </p:nvSpPr>
            <p:spPr>
              <a:xfrm>
                <a:off x="6845395" y="3900702"/>
                <a:ext cx="270000" cy="540000"/>
              </a:xfrm>
              <a:prstGeom prst="roundRect">
                <a:avLst/>
              </a:prstGeom>
              <a:solidFill>
                <a:schemeClr val="bg1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4FF5F345-A6EB-12C9-A091-3C79AE6F56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0395" y="3360701"/>
                <a:ext cx="0" cy="54000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91E9FFAE-501E-2E99-FDEC-FF3F22891D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0395" y="4440702"/>
                <a:ext cx="0" cy="54000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EF18649-AC1F-23B4-BCBA-8CA5BA5A5182}"/>
                </a:ext>
              </a:extLst>
            </p:cNvPr>
            <p:cNvGrpSpPr/>
            <p:nvPr/>
          </p:nvGrpSpPr>
          <p:grpSpPr>
            <a:xfrm>
              <a:off x="7347602" y="2941093"/>
              <a:ext cx="450000" cy="1618202"/>
              <a:chOff x="5008087" y="2683795"/>
              <a:chExt cx="450000" cy="1618202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32AFF649-0922-F74E-8A95-81B8B14CE657}"/>
                  </a:ext>
                </a:extLst>
              </p:cNvPr>
              <p:cNvGrpSpPr/>
              <p:nvPr/>
            </p:nvGrpSpPr>
            <p:grpSpPr>
              <a:xfrm>
                <a:off x="5008087" y="2683795"/>
                <a:ext cx="450000" cy="1618202"/>
                <a:chOff x="5871000" y="2621427"/>
                <a:chExt cx="450000" cy="1618202"/>
              </a:xfrm>
            </p:grpSpPr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F2B41033-3A19-EB4D-5025-83B90515D8FE}"/>
                    </a:ext>
                  </a:extLst>
                </p:cNvPr>
                <p:cNvSpPr/>
                <p:nvPr/>
              </p:nvSpPr>
              <p:spPr>
                <a:xfrm>
                  <a:off x="5871000" y="3206427"/>
                  <a:ext cx="450000" cy="4500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F053C328-1650-CA8E-C3EB-C98C612E5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2621427"/>
                  <a:ext cx="0" cy="585000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C3439FC1-007B-8038-76C4-7D85FBF22F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654629"/>
                  <a:ext cx="0" cy="585000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F05E43CA-7EA9-1FF0-69CC-29FCDE199EEE}"/>
                    </a:ext>
                  </a:extLst>
                </p:cNvPr>
                <p:cNvSpPr txBox="1"/>
                <p:nvPr/>
              </p:nvSpPr>
              <p:spPr>
                <a:xfrm>
                  <a:off x="5941345" y="3144059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IT" b="1"/>
                    <a:t>+</a:t>
                  </a:r>
                </a:p>
              </p:txBody>
            </p:sp>
          </p:grp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B89066E-CC2F-ECDE-F22B-BD62AD9A314B}"/>
                  </a:ext>
                </a:extLst>
              </p:cNvPr>
              <p:cNvSpPr txBox="1"/>
              <p:nvPr/>
            </p:nvSpPr>
            <p:spPr>
              <a:xfrm>
                <a:off x="5101282" y="3411831"/>
                <a:ext cx="2632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b="1"/>
                  <a:t>-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C410908-9BAE-33FE-CB9F-576B8756295C}"/>
                    </a:ext>
                  </a:extLst>
                </p:cNvPr>
                <p:cNvSpPr txBox="1"/>
                <p:nvPr/>
              </p:nvSpPr>
              <p:spPr>
                <a:xfrm>
                  <a:off x="6668699" y="3566427"/>
                  <a:ext cx="607346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IT" sz="240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FC410908-9BAE-33FE-CB9F-576B875629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8699" y="3566427"/>
                  <a:ext cx="60734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8163" r="-16327" b="-29032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2FBAD52-45C8-AD01-F6DC-69DA457F1FD8}"/>
                    </a:ext>
                  </a:extLst>
                </p:cNvPr>
                <p:cNvSpPr txBox="1"/>
                <p:nvPr/>
              </p:nvSpPr>
              <p:spPr>
                <a:xfrm>
                  <a:off x="10802288" y="3566427"/>
                  <a:ext cx="68300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𝑙𝑜𝑎𝑑</m:t>
                        </m:r>
                      </m:oMath>
                    </m:oMathPara>
                  </a14:m>
                  <a:endParaRPr lang="en-IT" sz="240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2FBAD52-45C8-AD01-F6DC-69DA457F1F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02288" y="3566427"/>
                  <a:ext cx="683007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0909" r="-9091" b="-3226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2B6E31FF-DAE4-8E65-21C6-4D0383920A3B}"/>
                </a:ext>
              </a:extLst>
            </p:cNvPr>
            <p:cNvGrpSpPr/>
            <p:nvPr/>
          </p:nvGrpSpPr>
          <p:grpSpPr>
            <a:xfrm>
              <a:off x="7576471" y="2853783"/>
              <a:ext cx="2969796" cy="179614"/>
              <a:chOff x="1510733" y="3003390"/>
              <a:chExt cx="2969796" cy="179614"/>
            </a:xfrm>
          </p:grpSpPr>
          <p:sp>
            <p:nvSpPr>
              <p:cNvPr id="96" name="Can 95">
                <a:extLst>
                  <a:ext uri="{FF2B5EF4-FFF2-40B4-BE49-F238E27FC236}">
                    <a16:creationId xmlns:a16="http://schemas.microsoft.com/office/drawing/2014/main" id="{A8FCB280-C860-D320-3F08-DDA15ED19299}"/>
                  </a:ext>
                </a:extLst>
              </p:cNvPr>
              <p:cNvSpPr/>
              <p:nvPr/>
            </p:nvSpPr>
            <p:spPr>
              <a:xfrm rot="16200000">
                <a:off x="2916536" y="2159011"/>
                <a:ext cx="179614" cy="1868372"/>
              </a:xfrm>
              <a:prstGeom prst="can">
                <a:avLst>
                  <a:gd name="adj" fmla="val 62992"/>
                </a:avLst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6E581858-F3C1-32BB-96B1-51A4FE59190D}"/>
                  </a:ext>
                </a:extLst>
              </p:cNvPr>
              <p:cNvCxnSpPr>
                <a:cxnSpLocks/>
                <a:endCxn id="96" idx="0"/>
              </p:cNvCxnSpPr>
              <p:nvPr/>
            </p:nvCxnSpPr>
            <p:spPr>
              <a:xfrm>
                <a:off x="1510733" y="3086193"/>
                <a:ext cx="674566" cy="7004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338404FB-F892-508E-0094-43272F0803A6}"/>
                  </a:ext>
                </a:extLst>
              </p:cNvPr>
              <p:cNvCxnSpPr>
                <a:cxnSpLocks/>
                <a:stCxn id="96" idx="3"/>
              </p:cNvCxnSpPr>
              <p:nvPr/>
            </p:nvCxnSpPr>
            <p:spPr>
              <a:xfrm>
                <a:off x="3940529" y="3093197"/>
                <a:ext cx="540000" cy="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BD55E30-D727-35AA-1CE0-37AF31D6CABC}"/>
                </a:ext>
              </a:extLst>
            </p:cNvPr>
            <p:cNvGrpSpPr/>
            <p:nvPr/>
          </p:nvGrpSpPr>
          <p:grpSpPr>
            <a:xfrm>
              <a:off x="7571996" y="4487120"/>
              <a:ext cx="2969796" cy="179614"/>
              <a:chOff x="1510733" y="3003390"/>
              <a:chExt cx="2969796" cy="179614"/>
            </a:xfrm>
          </p:grpSpPr>
          <p:sp>
            <p:nvSpPr>
              <p:cNvPr id="100" name="Can 99">
                <a:extLst>
                  <a:ext uri="{FF2B5EF4-FFF2-40B4-BE49-F238E27FC236}">
                    <a16:creationId xmlns:a16="http://schemas.microsoft.com/office/drawing/2014/main" id="{E9CD3357-DA88-5A0F-66D7-236309B42A37}"/>
                  </a:ext>
                </a:extLst>
              </p:cNvPr>
              <p:cNvSpPr/>
              <p:nvPr/>
            </p:nvSpPr>
            <p:spPr>
              <a:xfrm rot="16200000">
                <a:off x="2916536" y="2159011"/>
                <a:ext cx="179614" cy="1868372"/>
              </a:xfrm>
              <a:prstGeom prst="can">
                <a:avLst>
                  <a:gd name="adj" fmla="val 62992"/>
                </a:avLst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66EFC5E9-8621-74D9-062B-8843F40D2001}"/>
                  </a:ext>
                </a:extLst>
              </p:cNvPr>
              <p:cNvCxnSpPr>
                <a:cxnSpLocks/>
                <a:endCxn id="100" idx="0"/>
              </p:cNvCxnSpPr>
              <p:nvPr/>
            </p:nvCxnSpPr>
            <p:spPr>
              <a:xfrm>
                <a:off x="1510733" y="3086193"/>
                <a:ext cx="674566" cy="7004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A802DCAE-C839-EC1A-0FF6-2171902ADD33}"/>
                  </a:ext>
                </a:extLst>
              </p:cNvPr>
              <p:cNvCxnSpPr>
                <a:cxnSpLocks/>
                <a:stCxn id="100" idx="3"/>
              </p:cNvCxnSpPr>
              <p:nvPr/>
            </p:nvCxnSpPr>
            <p:spPr>
              <a:xfrm>
                <a:off x="3940529" y="3093197"/>
                <a:ext cx="540000" cy="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31A80090-BD9A-8CB5-3719-1497FD58224C}"/>
                </a:ext>
              </a:extLst>
            </p:cNvPr>
            <p:cNvGrpSpPr/>
            <p:nvPr/>
          </p:nvGrpSpPr>
          <p:grpSpPr>
            <a:xfrm rot="5400000">
              <a:off x="8990517" y="3766098"/>
              <a:ext cx="242888" cy="1620001"/>
              <a:chOff x="7860988" y="3360701"/>
              <a:chExt cx="242888" cy="1620001"/>
            </a:xfrm>
          </p:grpSpPr>
          <p:sp>
            <p:nvSpPr>
              <p:cNvPr id="104" name="Line 475">
                <a:extLst>
                  <a:ext uri="{FF2B5EF4-FFF2-40B4-BE49-F238E27FC236}">
                    <a16:creationId xmlns:a16="http://schemas.microsoft.com/office/drawing/2014/main" id="{22F4644E-CFC4-9DF4-84DC-171DB8BDB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05" name="Line 476">
                <a:extLst>
                  <a:ext uri="{FF2B5EF4-FFF2-40B4-BE49-F238E27FC236}">
                    <a16:creationId xmlns:a16="http://schemas.microsoft.com/office/drawing/2014/main" id="{F9044DAB-1E55-0C48-1D07-8D6B66F80B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06" name="Line 477">
                <a:extLst>
                  <a:ext uri="{FF2B5EF4-FFF2-40B4-BE49-F238E27FC236}">
                    <a16:creationId xmlns:a16="http://schemas.microsoft.com/office/drawing/2014/main" id="{8E4220C7-E442-0048-97E9-98E8184226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07" name="Line 478">
                <a:extLst>
                  <a:ext uri="{FF2B5EF4-FFF2-40B4-BE49-F238E27FC236}">
                    <a16:creationId xmlns:a16="http://schemas.microsoft.com/office/drawing/2014/main" id="{E1B0EDC0-72CD-8645-486A-B266AF4943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08" name="Line 479">
                <a:extLst>
                  <a:ext uri="{FF2B5EF4-FFF2-40B4-BE49-F238E27FC236}">
                    <a16:creationId xmlns:a16="http://schemas.microsoft.com/office/drawing/2014/main" id="{41E7E8DD-D5D7-81A9-0971-7F899AB64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09" name="Line 480">
                <a:extLst>
                  <a:ext uri="{FF2B5EF4-FFF2-40B4-BE49-F238E27FC236}">
                    <a16:creationId xmlns:a16="http://schemas.microsoft.com/office/drawing/2014/main" id="{C7F1C466-D0D0-D7D3-B653-1E9B9CBFD3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0" name="Line 481">
                <a:extLst>
                  <a:ext uri="{FF2B5EF4-FFF2-40B4-BE49-F238E27FC236}">
                    <a16:creationId xmlns:a16="http://schemas.microsoft.com/office/drawing/2014/main" id="{B3DD0BBE-62F3-8BB5-E25C-2106319B7B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1" name="Line 482">
                <a:extLst>
                  <a:ext uri="{FF2B5EF4-FFF2-40B4-BE49-F238E27FC236}">
                    <a16:creationId xmlns:a16="http://schemas.microsoft.com/office/drawing/2014/main" id="{8D306FAF-B140-2E0B-2B01-8568CA0D9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2" name="Line 483">
                <a:extLst>
                  <a:ext uri="{FF2B5EF4-FFF2-40B4-BE49-F238E27FC236}">
                    <a16:creationId xmlns:a16="http://schemas.microsoft.com/office/drawing/2014/main" id="{A5EEEE0A-FC7C-1664-EB74-02AA3DC24C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ACDD84E9-E0EF-8F40-C9C8-F853AF8D2E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DC2D4F05-CF98-6DCD-32F9-81EA6B25BB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2F8DD491-05D1-B22D-54A4-14F20090A51E}"/>
                    </a:ext>
                  </a:extLst>
                </p:cNvPr>
                <p:cNvSpPr txBox="1"/>
                <p:nvPr/>
              </p:nvSpPr>
              <p:spPr>
                <a:xfrm>
                  <a:off x="8957361" y="4066589"/>
                  <a:ext cx="26712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IT" sz="24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2F8DD491-05D1-B22D-54A4-14F20090A5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7361" y="4066589"/>
                  <a:ext cx="267124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27273" r="-22727" b="-333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9B877A11-4418-03E8-1544-2A1A2A131B55}"/>
                    </a:ext>
                  </a:extLst>
                </p:cNvPr>
                <p:cNvSpPr txBox="1"/>
                <p:nvPr/>
              </p:nvSpPr>
              <p:spPr>
                <a:xfrm>
                  <a:off x="8616085" y="5201374"/>
                  <a:ext cx="1065035" cy="7014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it-IT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  <m:f>
                          <m:fPr>
                            <m:ctrlPr>
                              <a:rPr lang="it-IT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it-IT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den>
                        </m:f>
                      </m:oMath>
                    </m:oMathPara>
                  </a14:m>
                  <a:endParaRPr lang="en-IT" sz="24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9B877A11-4418-03E8-1544-2A1A2A131B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6085" y="5201374"/>
                  <a:ext cx="1065035" cy="701410"/>
                </a:xfrm>
                <a:prstGeom prst="rect">
                  <a:avLst/>
                </a:prstGeom>
                <a:blipFill>
                  <a:blip r:embed="rId9"/>
                  <a:stretch>
                    <a:fillRect l="-7059" t="-1786" r="-5882" b="-12500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CD883CD-1DAB-F78A-6BE1-0E14F5373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191096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0EFC7-B610-B60D-46E0-B2F85675B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Nonlinear resistivity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43100D-6595-B6DF-2D82-E3540E397B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2036314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𝜎</m:t>
                    </m:r>
                    <m:acc>
                      <m:accPr>
                        <m:chr m:val="⃗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it-IT" b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𝜌</m:t>
                    </m:r>
                    <m:acc>
                      <m:accPr>
                        <m:chr m:val="⃗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</m:oMath>
                </a14:m>
                <a:endParaRPr lang="en-IT"/>
              </a:p>
              <a:p>
                <a:pPr marL="0" indent="0">
                  <a:buNone/>
                </a:pPr>
                <a:r>
                  <a:rPr lang="en-US" dirty="0"/>
                  <a:t>M</a:t>
                </a:r>
                <a:r>
                  <a:rPr lang="en-IT"/>
                  <a:t>acroscopic modelling: power law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T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T"/>
              </a:p>
              <a:p>
                <a:pPr marL="0" indent="0">
                  <a:buNone/>
                </a:pPr>
                <a:endParaRPr lang="en-IT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43100D-6595-B6DF-2D82-E3540E397B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2036314"/>
              </a:xfrm>
              <a:blipFill>
                <a:blip r:embed="rId2"/>
                <a:stretch>
                  <a:fillRect l="-1206" t="-8642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Imagem 13">
            <a:extLst>
              <a:ext uri="{FF2B5EF4-FFF2-40B4-BE49-F238E27FC236}">
                <a16:creationId xmlns:a16="http://schemas.microsoft.com/office/drawing/2014/main" id="{41C2376D-847D-746D-9AFD-80A7A5812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432" y="3732085"/>
            <a:ext cx="4251135" cy="287045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3C8E9-DA19-91BD-8BB8-9E7AAC5A3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329476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FC14C-C438-1B75-C0D6-87965286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F138B83-5453-0E92-57C2-165F8D18CC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Definition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IT"/>
                  <a:t>: dependance on magnetic flux density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F138B83-5453-0E92-57C2-165F8D18CC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t="-13333" r="-1327" b="-2190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565EFD8-82C2-D6D7-236B-6114065E8C71}"/>
              </a:ext>
            </a:extLst>
          </p:cNvPr>
          <p:cNvSpPr txBox="1"/>
          <p:nvPr/>
        </p:nvSpPr>
        <p:spPr>
          <a:xfrm>
            <a:off x="431075" y="6114221"/>
            <a:ext cx="7249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none" strike="noStrike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Robert, B. C., Fareed, M. U., &amp; Ruiz, H. S. (2019). How to Choose the Superconducting Material Law for the Modelling of 2G-HTS Coils. </a:t>
            </a:r>
            <a:r>
              <a:rPr lang="en-US" sz="1200" b="0" i="1" u="none" strike="noStrike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Materials</a:t>
            </a:r>
            <a:r>
              <a:rPr lang="en-US" sz="1200" b="0" i="0" u="none" strike="noStrike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, </a:t>
            </a:r>
            <a:r>
              <a:rPr lang="en-US" sz="1200" b="0" i="1" u="none" strike="noStrike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12</a:t>
            </a:r>
            <a:r>
              <a:rPr lang="en-US" sz="1200" b="0" i="0" u="none" strike="noStrike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(17), 2679. https://</a:t>
            </a:r>
            <a:r>
              <a:rPr lang="en-US" sz="1200" b="0" i="0" u="none" strike="noStrike" err="1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doi.org</a:t>
            </a:r>
            <a:r>
              <a:rPr lang="en-US" sz="1200" b="0" i="0" u="none" strike="noStrike">
                <a:solidFill>
                  <a:srgbClr val="222222"/>
                </a:solidFill>
                <a:effectLst/>
                <a:latin typeface="Helvetica Neue" panose="02000503000000020004" pitchFamily="2" charset="0"/>
              </a:rPr>
              <a:t>/10.3390/ma12172679</a:t>
            </a:r>
            <a:endParaRPr lang="en-IT" sz="1200"/>
          </a:p>
        </p:txBody>
      </p:sp>
      <p:pic>
        <p:nvPicPr>
          <p:cNvPr id="19" name="Content Placeholder 18" descr="A diagram of mathematical equations&#10;&#10;AI-generated content may be incorrect.">
            <a:extLst>
              <a:ext uri="{FF2B5EF4-FFF2-40B4-BE49-F238E27FC236}">
                <a16:creationId xmlns:a16="http://schemas.microsoft.com/office/drawing/2014/main" id="{288F600A-67A3-16E0-34EA-53D0789529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1380" y="1992573"/>
            <a:ext cx="8882835" cy="3521123"/>
          </a:xfrm>
          <a:prstGeom prst="rect">
            <a:avLst/>
          </a:prstGeom>
        </p:spPr>
      </p:pic>
      <p:sp>
        <p:nvSpPr>
          <p:cNvPr id="20" name="Cube 19">
            <a:extLst>
              <a:ext uri="{FF2B5EF4-FFF2-40B4-BE49-F238E27FC236}">
                <a16:creationId xmlns:a16="http://schemas.microsoft.com/office/drawing/2014/main" id="{48FDAFC7-D96E-84FC-AD0E-5CD54BAE69B5}"/>
              </a:ext>
            </a:extLst>
          </p:cNvPr>
          <p:cNvSpPr/>
          <p:nvPr/>
        </p:nvSpPr>
        <p:spPr>
          <a:xfrm>
            <a:off x="8894431" y="3429000"/>
            <a:ext cx="3178342" cy="898191"/>
          </a:xfrm>
          <a:prstGeom prst="cube">
            <a:avLst>
              <a:gd name="adj" fmla="val 7601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63C2B8-425A-A3A6-F3B7-AA3F671B1B62}"/>
                  </a:ext>
                </a:extLst>
              </p:cNvPr>
              <p:cNvSpPr txBox="1"/>
              <p:nvPr/>
            </p:nvSpPr>
            <p:spPr>
              <a:xfrm>
                <a:off x="10560115" y="2940413"/>
                <a:ext cx="503664" cy="5754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it-IT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IT" sz="28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63C2B8-425A-A3A6-F3B7-AA3F671B1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115" y="2940413"/>
                <a:ext cx="503664" cy="5754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4451D6B-924F-5899-BF15-CBB2AF5F4A7C}"/>
                  </a:ext>
                </a:extLst>
              </p:cNvPr>
              <p:cNvSpPr txBox="1"/>
              <p:nvPr/>
            </p:nvSpPr>
            <p:spPr>
              <a:xfrm>
                <a:off x="9777690" y="2940413"/>
                <a:ext cx="67749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it-IT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</m:oMath>
                  </m:oMathPara>
                </a14:m>
                <a:endParaRPr lang="en-IT" sz="28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4451D6B-924F-5899-BF15-CBB2AF5F4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7690" y="2940413"/>
                <a:ext cx="677493" cy="523220"/>
              </a:xfrm>
              <a:prstGeom prst="rect">
                <a:avLst/>
              </a:prstGeom>
              <a:blipFill>
                <a:blip r:embed="rId5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4D822A-943F-D165-D11F-A8B8EF165EE6}"/>
                  </a:ext>
                </a:extLst>
              </p:cNvPr>
              <p:cNvSpPr txBox="1"/>
              <p:nvPr/>
            </p:nvSpPr>
            <p:spPr>
              <a:xfrm>
                <a:off x="10787548" y="3709829"/>
                <a:ext cx="614977" cy="5323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it-IT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</m:oMath>
                  </m:oMathPara>
                </a14:m>
                <a:endParaRPr lang="en-IT" sz="28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4D822A-943F-D165-D11F-A8B8EF165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7548" y="3709829"/>
                <a:ext cx="614977" cy="532390"/>
              </a:xfrm>
              <a:prstGeom prst="rect">
                <a:avLst/>
              </a:prstGeom>
              <a:blipFill>
                <a:blip r:embed="rId6"/>
                <a:stretch>
                  <a:fillRect b="-9302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7307E70-4FDE-CDDB-F386-6FDB9FB9B6A6}"/>
                  </a:ext>
                </a:extLst>
              </p:cNvPr>
              <p:cNvSpPr txBox="1"/>
              <p:nvPr/>
            </p:nvSpPr>
            <p:spPr>
              <a:xfrm>
                <a:off x="10729881" y="3391569"/>
                <a:ext cx="4708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T" sz="280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7307E70-4FDE-CDDB-F386-6FDB9FB9B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9881" y="3391569"/>
                <a:ext cx="47089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6E1C31D-6163-155E-1C43-70DD70050D47}"/>
                  </a:ext>
                </a:extLst>
              </p:cNvPr>
              <p:cNvSpPr txBox="1"/>
              <p:nvPr/>
            </p:nvSpPr>
            <p:spPr>
              <a:xfrm>
                <a:off x="8793990" y="4459539"/>
                <a:ext cx="27406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−90°≤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it-IT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≤90°</m:t>
                      </m:r>
                    </m:oMath>
                  </m:oMathPara>
                </a14:m>
                <a:endParaRPr lang="en-IT" sz="280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6E1C31D-6163-155E-1C43-70DD70050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990" y="4459539"/>
                <a:ext cx="2740687" cy="523220"/>
              </a:xfrm>
              <a:prstGeom prst="rect">
                <a:avLst/>
              </a:prstGeom>
              <a:blipFill>
                <a:blip r:embed="rId8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53C1089-5B06-CF74-A88F-A8894E30A7AC}"/>
              </a:ext>
            </a:extLst>
          </p:cNvPr>
          <p:cNvCxnSpPr>
            <a:cxnSpLocks/>
          </p:cNvCxnSpPr>
          <p:nvPr/>
        </p:nvCxnSpPr>
        <p:spPr>
          <a:xfrm flipH="1">
            <a:off x="10350252" y="3034465"/>
            <a:ext cx="1052273" cy="791244"/>
          </a:xfrm>
          <a:prstGeom prst="straightConnector1">
            <a:avLst/>
          </a:prstGeom>
          <a:ln w="25400" cap="rnd"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353EFD0-111B-10F3-C0AC-91DD479D8D87}"/>
              </a:ext>
            </a:extLst>
          </p:cNvPr>
          <p:cNvCxnSpPr>
            <a:cxnSpLocks/>
          </p:cNvCxnSpPr>
          <p:nvPr/>
        </p:nvCxnSpPr>
        <p:spPr>
          <a:xfrm flipH="1">
            <a:off x="10350252" y="3825709"/>
            <a:ext cx="1052273" cy="0"/>
          </a:xfrm>
          <a:prstGeom prst="straightConnector1">
            <a:avLst/>
          </a:prstGeom>
          <a:ln w="25400" cap="rnd">
            <a:solidFill>
              <a:srgbClr val="C00000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B7FC1A1-53B7-5942-7E2F-03BE550655CB}"/>
              </a:ext>
            </a:extLst>
          </p:cNvPr>
          <p:cNvCxnSpPr>
            <a:cxnSpLocks/>
          </p:cNvCxnSpPr>
          <p:nvPr/>
        </p:nvCxnSpPr>
        <p:spPr>
          <a:xfrm>
            <a:off x="10350252" y="3034465"/>
            <a:ext cx="646" cy="791244"/>
          </a:xfrm>
          <a:prstGeom prst="straightConnector1">
            <a:avLst/>
          </a:prstGeom>
          <a:ln w="25400" cap="rnd">
            <a:solidFill>
              <a:srgbClr val="C00000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rc 30">
            <a:extLst>
              <a:ext uri="{FF2B5EF4-FFF2-40B4-BE49-F238E27FC236}">
                <a16:creationId xmlns:a16="http://schemas.microsoft.com/office/drawing/2014/main" id="{F4CC0322-3975-CF0F-D744-22C91E7E4A89}"/>
              </a:ext>
            </a:extLst>
          </p:cNvPr>
          <p:cNvSpPr/>
          <p:nvPr/>
        </p:nvSpPr>
        <p:spPr>
          <a:xfrm>
            <a:off x="10371054" y="3645709"/>
            <a:ext cx="360000" cy="360000"/>
          </a:xfrm>
          <a:prstGeom prst="arc">
            <a:avLst>
              <a:gd name="adj1" fmla="val 17129828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2" name="Summing Junction 31">
            <a:extLst>
              <a:ext uri="{FF2B5EF4-FFF2-40B4-BE49-F238E27FC236}">
                <a16:creationId xmlns:a16="http://schemas.microsoft.com/office/drawing/2014/main" id="{D3520D63-C918-46C6-7746-0719D0C1EAE9}"/>
              </a:ext>
            </a:extLst>
          </p:cNvPr>
          <p:cNvSpPr>
            <a:spLocks noChangeAspect="1"/>
          </p:cNvSpPr>
          <p:nvPr/>
        </p:nvSpPr>
        <p:spPr>
          <a:xfrm>
            <a:off x="10064411" y="4125853"/>
            <a:ext cx="192410" cy="192406"/>
          </a:xfrm>
          <a:prstGeom prst="flowChartSummingJunc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38A35CA-E7C5-0899-FAEA-822D6AC85327}"/>
                  </a:ext>
                </a:extLst>
              </p:cNvPr>
              <p:cNvSpPr txBox="1"/>
              <p:nvPr/>
            </p:nvSpPr>
            <p:spPr>
              <a:xfrm>
                <a:off x="9841741" y="3714414"/>
                <a:ext cx="38363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T" sz="280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38A35CA-E7C5-0899-FAEA-822D6AC85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1741" y="3714414"/>
                <a:ext cx="38363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0D217-56C0-6FF2-4180-F9DEAC06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209956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15468-7482-F2E8-9949-D1E8FCD26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Comparison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74FD0AA-CF34-8C88-B888-FE3714B313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58194"/>
            <a:ext cx="5181600" cy="3886200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82B4DE6-5DD3-4172-F9A1-4FC1DBF37D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45C40C-6FCA-813B-343B-38B4B4E1A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11260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4FBD864-9B13-9B8B-62AC-B3FAF4E534F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Definition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IT"/>
                  <a:t>: dependance on temperature and strain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4FBD864-9B13-9B8B-62AC-B3FAF4E534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 t="-13333" b="-2190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B0252AE-B1F2-E596-AC98-3B984E6D138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T"/>
                  <a:t>Scaling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IT"/>
                  <a:t> with temperature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it-IT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1</m:t>
                      </m:r>
                      <m:r>
                        <m:rPr>
                          <m:lit/>
                        </m:rPr>
                        <a:rPr lang="it-IT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≤2.6</m:t>
                      </m:r>
                    </m:oMath>
                  </m:oMathPara>
                </a14:m>
                <a:endParaRPr lang="it-IT" b="0"/>
              </a:p>
              <a:p>
                <a:pPr marL="0" indent="0">
                  <a:buNone/>
                </a:pPr>
                <a:endParaRPr lang="it-IT" b="0"/>
              </a:p>
              <a:p>
                <a:pPr marL="0" indent="0">
                  <a:buNone/>
                </a:pPr>
                <a:endParaRPr lang="it-IT" b="0"/>
              </a:p>
              <a:p>
                <a:pPr marL="0" indent="0">
                  <a:buNone/>
                </a:pPr>
                <a:endParaRPr lang="en-IT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B0252AE-B1F2-E596-AC98-3B984E6D13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445" t="-2326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C144F3-B3FD-1158-614E-DC60CC539F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0"/>
              <a:t>Strain dependance</a:t>
            </a:r>
          </a:p>
          <a:p>
            <a:endParaRPr lang="en-IT"/>
          </a:p>
        </p:txBody>
      </p:sp>
      <p:pic>
        <p:nvPicPr>
          <p:cNvPr id="7" name="Picture 6" descr="A graph of a function&#10;&#10;AI-generated content may be incorrect.">
            <a:extLst>
              <a:ext uri="{FF2B5EF4-FFF2-40B4-BE49-F238E27FC236}">
                <a16:creationId xmlns:a16="http://schemas.microsoft.com/office/drawing/2014/main" id="{08B149B6-CA36-01FE-74FA-CBF6335D7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298" y="2281911"/>
            <a:ext cx="4538042" cy="34387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783770-88DC-BEB7-A2B0-F1B5814DB50B}"/>
              </a:ext>
            </a:extLst>
          </p:cNvPr>
          <p:cNvSpPr txBox="1"/>
          <p:nvPr/>
        </p:nvSpPr>
        <p:spPr>
          <a:xfrm>
            <a:off x="304800" y="5711736"/>
            <a:ext cx="5715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u="none" strike="noStrike">
                <a:solidFill>
                  <a:srgbClr val="333333"/>
                </a:solidFill>
                <a:effectLst/>
                <a:latin typeface="HelveticaNeue Regular"/>
              </a:rPr>
              <a:t>Q. Wang </a:t>
            </a:r>
            <a:r>
              <a:rPr lang="en-US" sz="1400" b="0" i="1" u="none" strike="noStrike">
                <a:solidFill>
                  <a:srgbClr val="333333"/>
                </a:solidFill>
                <a:effectLst/>
                <a:latin typeface="HelveticaNeue Regular"/>
              </a:rPr>
              <a:t>et al</a:t>
            </a:r>
            <a:r>
              <a:rPr lang="en-US" sz="1400" b="0" i="0" u="none" strike="noStrike">
                <a:solidFill>
                  <a:srgbClr val="333333"/>
                </a:solidFill>
                <a:effectLst/>
                <a:latin typeface="HelveticaNeue Regular"/>
              </a:rPr>
              <a:t>., "Temperature dependence of transport critical current density for REBCO superconducting tapes deposited by MOCVD," in </a:t>
            </a:r>
            <a:r>
              <a:rPr lang="en-US" sz="1400" b="0" i="1" u="none" strike="noStrike">
                <a:solidFill>
                  <a:srgbClr val="333333"/>
                </a:solidFill>
                <a:effectLst/>
                <a:latin typeface="HelveticaNeue Regular"/>
              </a:rPr>
              <a:t>Superconductor Science and Technology, Volume 37, Number 1</a:t>
            </a:r>
            <a:r>
              <a:rPr lang="en-US" sz="1400" b="0" i="0" u="none" strike="noStrike">
                <a:solidFill>
                  <a:srgbClr val="333333"/>
                </a:solidFill>
                <a:effectLst/>
                <a:latin typeface="HelveticaNeue Regular"/>
              </a:rPr>
              <a:t>, pp. 1-12, 2024, Art no. 015006, </a:t>
            </a:r>
            <a:r>
              <a:rPr lang="en-US" sz="1400" b="0" i="0" u="none" strike="noStrike" err="1">
                <a:solidFill>
                  <a:srgbClr val="333333"/>
                </a:solidFill>
                <a:effectLst/>
                <a:latin typeface="HelveticaNeue Regular"/>
              </a:rPr>
              <a:t>doi</a:t>
            </a:r>
            <a:r>
              <a:rPr lang="en-US" sz="1400" b="0" i="0" u="none" strike="noStrike">
                <a:solidFill>
                  <a:srgbClr val="333333"/>
                </a:solidFill>
                <a:effectLst/>
                <a:latin typeface="HelveticaNeue Regular"/>
              </a:rPr>
              <a:t>: 10.1088/1361-6668/ad0db5.</a:t>
            </a:r>
            <a:endParaRPr lang="en-IT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5413CD-0190-0DD8-36A6-89235A750C43}"/>
              </a:ext>
            </a:extLst>
          </p:cNvPr>
          <p:cNvSpPr txBox="1"/>
          <p:nvPr/>
        </p:nvSpPr>
        <p:spPr>
          <a:xfrm>
            <a:off x="6274905" y="5720676"/>
            <a:ext cx="5715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333333"/>
                </a:solidFill>
                <a:latin typeface="HelveticaNeue Regular"/>
              </a:rPr>
              <a:t>D.C. van der Laan </a:t>
            </a:r>
            <a:r>
              <a:rPr lang="en-US" sz="1400" b="0" i="1" u="none" strike="noStrike">
                <a:solidFill>
                  <a:srgbClr val="333333"/>
                </a:solidFill>
                <a:effectLst/>
                <a:latin typeface="HelveticaNeue Regular"/>
              </a:rPr>
              <a:t>et al</a:t>
            </a:r>
            <a:r>
              <a:rPr lang="en-US" sz="1400" b="0" i="0" u="none" strike="noStrike">
                <a:solidFill>
                  <a:srgbClr val="333333"/>
                </a:solidFill>
                <a:effectLst/>
                <a:latin typeface="HelveticaNeue Regular"/>
              </a:rPr>
              <a:t>., "Status of CORC® cables and wires for use in high-field magnets and power systems a decade after their introduction," in </a:t>
            </a:r>
            <a:r>
              <a:rPr lang="en-US" sz="1400" b="0" i="1" u="none" strike="noStrike">
                <a:solidFill>
                  <a:srgbClr val="333333"/>
                </a:solidFill>
                <a:effectLst/>
                <a:latin typeface="HelveticaNeue Regular"/>
              </a:rPr>
              <a:t>Superconductor Science and Technology, Volume 32, Number 3</a:t>
            </a:r>
            <a:r>
              <a:rPr lang="en-US" sz="1400" b="0" i="0" u="none" strike="noStrike">
                <a:solidFill>
                  <a:srgbClr val="333333"/>
                </a:solidFill>
                <a:effectLst/>
                <a:latin typeface="HelveticaNeue Regular"/>
              </a:rPr>
              <a:t>, pp. 1-12, 2019, Art no. 033001, </a:t>
            </a:r>
            <a:r>
              <a:rPr lang="en-US" sz="1400" b="0" i="0" u="none" strike="noStrike" err="1">
                <a:solidFill>
                  <a:srgbClr val="333333"/>
                </a:solidFill>
                <a:effectLst/>
                <a:latin typeface="HelveticaNeue Regular"/>
              </a:rPr>
              <a:t>doi</a:t>
            </a:r>
            <a:r>
              <a:rPr lang="en-US" sz="1400" b="0" i="0" u="none" strike="noStrike">
                <a:solidFill>
                  <a:srgbClr val="333333"/>
                </a:solidFill>
                <a:effectLst/>
                <a:latin typeface="HelveticaNeue Regular"/>
              </a:rPr>
              <a:t>: 10.1088/1361-6668/aafc82.</a:t>
            </a:r>
            <a:endParaRPr lang="en-IT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BF87C3-3DBA-D3A7-0BBE-EF85E6E9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1870655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A5595A-5C9C-7957-93DE-C4D9CA7C7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Self inductance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F58609C-B953-08D3-E769-F6DB6A0F0FB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M</a:t>
                </a:r>
                <a:r>
                  <a:rPr lang="en-IT"/>
                  <a:t>agnetic flux density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T"/>
              </a:p>
              <a:p>
                <a:r>
                  <a:rPr lang="en-IT"/>
                  <a:t>Magnetic flux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𝑑𝑆</m:t>
                              </m:r>
                            </m:e>
                          </m:acc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𝐿𝑖</m:t>
                          </m:r>
                        </m:e>
                      </m:nary>
                    </m:oMath>
                  </m:oMathPara>
                </a14:m>
                <a:endParaRPr lang="it-IT" b="0" dirty="0"/>
              </a:p>
              <a:p>
                <a:r>
                  <a:rPr lang="en-IT"/>
                  <a:t>Faraday’s law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T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7F58609C-B953-08D3-E769-F6DB6A0F0F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00" t="-13663" b="-901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E53175-E665-04AF-8766-1CDA7C0C921D}"/>
              </a:ext>
            </a:extLst>
          </p:cNvPr>
          <p:cNvCxnSpPr/>
          <p:nvPr/>
        </p:nvCxnSpPr>
        <p:spPr>
          <a:xfrm>
            <a:off x="7133813" y="3554278"/>
            <a:ext cx="619932" cy="0"/>
          </a:xfrm>
          <a:prstGeom prst="line">
            <a:avLst/>
          </a:prstGeom>
          <a:ln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A29B6A-94DA-A5CA-BB94-A547BE4152BD}"/>
              </a:ext>
            </a:extLst>
          </p:cNvPr>
          <p:cNvCxnSpPr/>
          <p:nvPr/>
        </p:nvCxnSpPr>
        <p:spPr>
          <a:xfrm>
            <a:off x="6976247" y="3897823"/>
            <a:ext cx="619932" cy="0"/>
          </a:xfrm>
          <a:prstGeom prst="line">
            <a:avLst/>
          </a:prstGeom>
          <a:ln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602DC6-5E37-889A-9159-7AB5A9FE2AAE}"/>
              </a:ext>
            </a:extLst>
          </p:cNvPr>
          <p:cNvCxnSpPr>
            <a:cxnSpLocks/>
          </p:cNvCxnSpPr>
          <p:nvPr/>
        </p:nvCxnSpPr>
        <p:spPr>
          <a:xfrm>
            <a:off x="6720525" y="3554278"/>
            <a:ext cx="361627" cy="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4456DB3-AAC2-232F-F248-7526BCAFD48E}"/>
              </a:ext>
            </a:extLst>
          </p:cNvPr>
          <p:cNvCxnSpPr>
            <a:cxnSpLocks/>
          </p:cNvCxnSpPr>
          <p:nvPr/>
        </p:nvCxnSpPr>
        <p:spPr>
          <a:xfrm flipV="1">
            <a:off x="6981413" y="3572359"/>
            <a:ext cx="136537" cy="315132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21D244-94BE-D403-CF66-A6775AB050C9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7605706" y="3574138"/>
            <a:ext cx="143723" cy="306730"/>
          </a:xfrm>
          <a:prstGeom prst="line">
            <a:avLst/>
          </a:prstGeom>
          <a:ln w="254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0393216-AD0F-2FF3-9168-8F54C8159EC6}"/>
                  </a:ext>
                </a:extLst>
              </p:cNvPr>
              <p:cNvSpPr txBox="1"/>
              <p:nvPr/>
            </p:nvSpPr>
            <p:spPr>
              <a:xfrm>
                <a:off x="6720525" y="3166866"/>
                <a:ext cx="1700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0393216-AD0F-2FF3-9168-8F54C8159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525" y="3166866"/>
                <a:ext cx="170047" cy="369332"/>
              </a:xfrm>
              <a:prstGeom prst="rect">
                <a:avLst/>
              </a:prstGeom>
              <a:blipFill>
                <a:blip r:embed="rId3"/>
                <a:stretch>
                  <a:fillRect l="-33333" r="-33333" b="-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F25820-8BD4-DD41-3CDB-E6EA4D240B7A}"/>
                  </a:ext>
                </a:extLst>
              </p:cNvPr>
              <p:cNvSpPr txBox="1"/>
              <p:nvPr/>
            </p:nvSpPr>
            <p:spPr>
              <a:xfrm>
                <a:off x="6764129" y="3564408"/>
                <a:ext cx="2382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F25820-8BD4-DD41-3CDB-E6EA4D240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129" y="3564408"/>
                <a:ext cx="238270" cy="369332"/>
              </a:xfrm>
              <a:prstGeom prst="rect">
                <a:avLst/>
              </a:prstGeom>
              <a:blipFill>
                <a:blip r:embed="rId4"/>
                <a:stretch>
                  <a:fillRect l="-15000" r="-10000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Curved Left Arrow 26">
            <a:extLst>
              <a:ext uri="{FF2B5EF4-FFF2-40B4-BE49-F238E27FC236}">
                <a16:creationId xmlns:a16="http://schemas.microsoft.com/office/drawing/2014/main" id="{F81718F6-D20F-5F67-BD6E-A73FA579AD2F}"/>
              </a:ext>
            </a:extLst>
          </p:cNvPr>
          <p:cNvSpPr/>
          <p:nvPr/>
        </p:nvSpPr>
        <p:spPr>
          <a:xfrm>
            <a:off x="7749429" y="2473702"/>
            <a:ext cx="461176" cy="250760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  <p:sp>
        <p:nvSpPr>
          <p:cNvPr id="28" name="Curved Left Arrow 27">
            <a:extLst>
              <a:ext uri="{FF2B5EF4-FFF2-40B4-BE49-F238E27FC236}">
                <a16:creationId xmlns:a16="http://schemas.microsoft.com/office/drawing/2014/main" id="{C9249AD9-779F-79BE-2334-588B940EEEA0}"/>
              </a:ext>
            </a:extLst>
          </p:cNvPr>
          <p:cNvSpPr/>
          <p:nvPr/>
        </p:nvSpPr>
        <p:spPr>
          <a:xfrm>
            <a:off x="8221772" y="1995488"/>
            <a:ext cx="461176" cy="250760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  <p:sp>
        <p:nvSpPr>
          <p:cNvPr id="29" name="Curved Left Arrow 28">
            <a:extLst>
              <a:ext uri="{FF2B5EF4-FFF2-40B4-BE49-F238E27FC236}">
                <a16:creationId xmlns:a16="http://schemas.microsoft.com/office/drawing/2014/main" id="{95575FAB-59E2-A190-1C12-E76F2B6F6FD0}"/>
              </a:ext>
            </a:extLst>
          </p:cNvPr>
          <p:cNvSpPr/>
          <p:nvPr/>
        </p:nvSpPr>
        <p:spPr>
          <a:xfrm flipH="1">
            <a:off x="9489114" y="1995488"/>
            <a:ext cx="461176" cy="250760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  <p:sp>
        <p:nvSpPr>
          <p:cNvPr id="30" name="Curved Left Arrow 29">
            <a:extLst>
              <a:ext uri="{FF2B5EF4-FFF2-40B4-BE49-F238E27FC236}">
                <a16:creationId xmlns:a16="http://schemas.microsoft.com/office/drawing/2014/main" id="{9BB03009-A8DC-47C9-4989-C447C756C2B8}"/>
              </a:ext>
            </a:extLst>
          </p:cNvPr>
          <p:cNvSpPr/>
          <p:nvPr/>
        </p:nvSpPr>
        <p:spPr>
          <a:xfrm flipH="1">
            <a:off x="9016771" y="2473701"/>
            <a:ext cx="461176" cy="250760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7E981281-DE81-67CD-8F0E-07AFD8064379}"/>
              </a:ext>
            </a:extLst>
          </p:cNvPr>
          <p:cNvSpPr/>
          <p:nvPr/>
        </p:nvSpPr>
        <p:spPr>
          <a:xfrm>
            <a:off x="7244154" y="2799522"/>
            <a:ext cx="3432313" cy="1868556"/>
          </a:xfrm>
          <a:prstGeom prst="parallelogram">
            <a:avLst>
              <a:gd name="adj" fmla="val 46277"/>
            </a:avLst>
          </a:prstGeom>
          <a:solidFill>
            <a:srgbClr val="C00000">
              <a:alpha val="52000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3A02D17-5C66-358D-CC16-DCE1046B0CD6}"/>
                  </a:ext>
                </a:extLst>
              </p:cNvPr>
              <p:cNvSpPr txBox="1"/>
              <p:nvPr/>
            </p:nvSpPr>
            <p:spPr>
              <a:xfrm>
                <a:off x="9500711" y="4828909"/>
                <a:ext cx="272767" cy="4140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3A02D17-5C66-358D-CC16-DCE1046B0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711" y="4828909"/>
                <a:ext cx="272767" cy="414088"/>
              </a:xfrm>
              <a:prstGeom prst="rect">
                <a:avLst/>
              </a:prstGeom>
              <a:blipFill>
                <a:blip r:embed="rId5"/>
                <a:stretch>
                  <a:fillRect l="-27273" r="-22727" b="-6061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043C0A8-985F-65F4-1991-7F943CAE5252}"/>
                  </a:ext>
                </a:extLst>
              </p:cNvPr>
              <p:cNvSpPr txBox="1"/>
              <p:nvPr/>
            </p:nvSpPr>
            <p:spPr>
              <a:xfrm>
                <a:off x="9908844" y="2982200"/>
                <a:ext cx="2320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043C0A8-985F-65F4-1991-7F943CAE5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8844" y="2982200"/>
                <a:ext cx="232050" cy="369332"/>
              </a:xfrm>
              <a:prstGeom prst="rect">
                <a:avLst/>
              </a:prstGeom>
              <a:blipFill>
                <a:blip r:embed="rId6"/>
                <a:stretch>
                  <a:fillRect l="-31579" r="-26316" b="-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067ABA-A560-7953-A061-4512A2509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208232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B08F8-B76A-49B5-5095-7C52EE8C8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6DDB4F-6D56-F9ED-610A-15A46BEB7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Self inductance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873697F-ACBE-4CB8-0BF5-A9EDD8D12B8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it-IT"/>
                  <a:t>Inductance </a:t>
                </a:r>
                <a:r>
                  <a:rPr lang="it-IT" err="1"/>
                  <a:t>is</a:t>
                </a:r>
                <a:r>
                  <a:rPr lang="it-IT"/>
                  <a:t> </a:t>
                </a:r>
                <a:r>
                  <a:rPr lang="it-IT" err="1"/>
                  <a:t>associated</a:t>
                </a:r>
                <a:r>
                  <a:rPr lang="it-IT"/>
                  <a:t> to a loop</a:t>
                </a:r>
              </a:p>
              <a:p>
                <a:r>
                  <a:rPr lang="it-IT"/>
                  <a:t>The </a:t>
                </a:r>
                <a:r>
                  <a:rPr lang="it-IT" err="1"/>
                  <a:t>voltage</a:t>
                </a:r>
                <a:r>
                  <a:rPr lang="it-IT"/>
                  <a:t> (</a:t>
                </a:r>
                <a:r>
                  <a:rPr lang="it-IT" err="1"/>
                  <a:t>emf</a:t>
                </a:r>
                <a:r>
                  <a:rPr lang="it-IT"/>
                  <a:t>) </a:t>
                </a:r>
                <a:r>
                  <a:rPr lang="it-IT" err="1"/>
                  <a:t>is</a:t>
                </a:r>
                <a:r>
                  <a:rPr lang="it-IT"/>
                  <a:t> </a:t>
                </a:r>
                <a:r>
                  <a:rPr lang="it-IT" err="1"/>
                  <a:t>not</a:t>
                </a:r>
                <a:r>
                  <a:rPr lang="it-IT"/>
                  <a:t> </a:t>
                </a:r>
                <a:r>
                  <a:rPr lang="it-IT" err="1"/>
                  <a:t>associated</a:t>
                </a:r>
                <a:r>
                  <a:rPr lang="it-IT"/>
                  <a:t> to a </a:t>
                </a:r>
                <a:r>
                  <a:rPr lang="it-IT" err="1"/>
                  <a:t>specific</a:t>
                </a:r>
                <a:r>
                  <a:rPr lang="it-IT"/>
                  <a:t> position in the loop</a:t>
                </a:r>
              </a:p>
              <a:p>
                <a:r>
                  <a:rPr lang="en-US"/>
                  <a:t>M</a:t>
                </a:r>
                <a:r>
                  <a:rPr lang="en-IT"/>
                  <a:t>easure of the “linked” flux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𝜇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n-IT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873697F-ACBE-4CB8-0BF5-A9EDD8D12B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00" t="-2326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5BF12B-B92F-F341-A5E8-91079F9EEBC2}"/>
              </a:ext>
            </a:extLst>
          </p:cNvPr>
          <p:cNvCxnSpPr/>
          <p:nvPr/>
        </p:nvCxnSpPr>
        <p:spPr>
          <a:xfrm>
            <a:off x="7515919" y="3572359"/>
            <a:ext cx="619932" cy="0"/>
          </a:xfrm>
          <a:prstGeom prst="line">
            <a:avLst/>
          </a:prstGeom>
          <a:ln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CE760A-76F3-837B-EAB1-22FCF61CD441}"/>
              </a:ext>
            </a:extLst>
          </p:cNvPr>
          <p:cNvCxnSpPr>
            <a:cxnSpLocks/>
          </p:cNvCxnSpPr>
          <p:nvPr/>
        </p:nvCxnSpPr>
        <p:spPr>
          <a:xfrm>
            <a:off x="7492544" y="5315461"/>
            <a:ext cx="400066" cy="0"/>
          </a:xfrm>
          <a:prstGeom prst="line">
            <a:avLst/>
          </a:prstGeom>
          <a:ln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CC3259-CE78-6816-B2BA-2387C554800A}"/>
              </a:ext>
            </a:extLst>
          </p:cNvPr>
          <p:cNvCxnSpPr>
            <a:cxnSpLocks/>
          </p:cNvCxnSpPr>
          <p:nvPr/>
        </p:nvCxnSpPr>
        <p:spPr>
          <a:xfrm>
            <a:off x="7102631" y="3572359"/>
            <a:ext cx="361627" cy="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0CEE39-7BED-62E2-F940-AF7215D607F8}"/>
              </a:ext>
            </a:extLst>
          </p:cNvPr>
          <p:cNvCxnSpPr>
            <a:cxnSpLocks/>
          </p:cNvCxnSpPr>
          <p:nvPr/>
        </p:nvCxnSpPr>
        <p:spPr>
          <a:xfrm flipV="1">
            <a:off x="7492544" y="3583659"/>
            <a:ext cx="0" cy="1709293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79E5057-BD64-8326-ACFD-B4D0BBA34A81}"/>
                  </a:ext>
                </a:extLst>
              </p:cNvPr>
              <p:cNvSpPr txBox="1"/>
              <p:nvPr/>
            </p:nvSpPr>
            <p:spPr>
              <a:xfrm>
                <a:off x="7102631" y="3184947"/>
                <a:ext cx="1700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79E5057-BD64-8326-ACFD-B4D0BBA34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631" y="3184947"/>
                <a:ext cx="170047" cy="369332"/>
              </a:xfrm>
              <a:prstGeom prst="rect">
                <a:avLst/>
              </a:prstGeom>
              <a:blipFill>
                <a:blip r:embed="rId3"/>
                <a:stretch>
                  <a:fillRect l="-42857" r="-35714" b="-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D5E9DCF-746E-3093-551C-9CA76558553B}"/>
                  </a:ext>
                </a:extLst>
              </p:cNvPr>
              <p:cNvSpPr txBox="1"/>
              <p:nvPr/>
            </p:nvSpPr>
            <p:spPr>
              <a:xfrm>
                <a:off x="7191720" y="4253639"/>
                <a:ext cx="2382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D5E9DCF-746E-3093-551C-9CA765585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1720" y="4253639"/>
                <a:ext cx="238270" cy="369332"/>
              </a:xfrm>
              <a:prstGeom prst="rect">
                <a:avLst/>
              </a:prstGeom>
              <a:blipFill>
                <a:blip r:embed="rId4"/>
                <a:stretch>
                  <a:fillRect l="-15000" r="-10000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Parallelogram 8">
            <a:extLst>
              <a:ext uri="{FF2B5EF4-FFF2-40B4-BE49-F238E27FC236}">
                <a16:creationId xmlns:a16="http://schemas.microsoft.com/office/drawing/2014/main" id="{F9317059-2C2C-BC8E-FB40-1D2EAEEC03A8}"/>
              </a:ext>
            </a:extLst>
          </p:cNvPr>
          <p:cNvSpPr/>
          <p:nvPr/>
        </p:nvSpPr>
        <p:spPr>
          <a:xfrm>
            <a:off x="7605706" y="2814796"/>
            <a:ext cx="3432313" cy="1868556"/>
          </a:xfrm>
          <a:prstGeom prst="parallelogram">
            <a:avLst>
              <a:gd name="adj" fmla="val 46277"/>
            </a:avLst>
          </a:prstGeom>
          <a:noFill/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2" name="Parallelogram 1">
            <a:extLst>
              <a:ext uri="{FF2B5EF4-FFF2-40B4-BE49-F238E27FC236}">
                <a16:creationId xmlns:a16="http://schemas.microsoft.com/office/drawing/2014/main" id="{D9030637-5172-70F1-1ABD-4F437329D364}"/>
              </a:ext>
            </a:extLst>
          </p:cNvPr>
          <p:cNvSpPr/>
          <p:nvPr/>
        </p:nvSpPr>
        <p:spPr>
          <a:xfrm>
            <a:off x="7605706" y="2967196"/>
            <a:ext cx="3432313" cy="1868556"/>
          </a:xfrm>
          <a:prstGeom prst="parallelogram">
            <a:avLst>
              <a:gd name="adj" fmla="val 46277"/>
            </a:avLst>
          </a:prstGeom>
          <a:noFill/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9B4B9D9A-5C23-3FDA-B8C3-204984DFA916}"/>
              </a:ext>
            </a:extLst>
          </p:cNvPr>
          <p:cNvSpPr/>
          <p:nvPr/>
        </p:nvSpPr>
        <p:spPr>
          <a:xfrm>
            <a:off x="7605706" y="3119596"/>
            <a:ext cx="3432313" cy="1868556"/>
          </a:xfrm>
          <a:prstGeom prst="parallelogram">
            <a:avLst>
              <a:gd name="adj" fmla="val 46277"/>
            </a:avLst>
          </a:prstGeom>
          <a:noFill/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B1B51985-0F1F-AE02-3301-246438E37F25}"/>
              </a:ext>
            </a:extLst>
          </p:cNvPr>
          <p:cNvSpPr/>
          <p:nvPr/>
        </p:nvSpPr>
        <p:spPr>
          <a:xfrm>
            <a:off x="7605706" y="3271996"/>
            <a:ext cx="3432313" cy="1868556"/>
          </a:xfrm>
          <a:prstGeom prst="parallelogram">
            <a:avLst>
              <a:gd name="adj" fmla="val 46277"/>
            </a:avLst>
          </a:prstGeom>
          <a:noFill/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B1B22941-E562-B8FA-7766-EA3182680AB4}"/>
              </a:ext>
            </a:extLst>
          </p:cNvPr>
          <p:cNvSpPr/>
          <p:nvPr/>
        </p:nvSpPr>
        <p:spPr>
          <a:xfrm>
            <a:off x="7605706" y="3424396"/>
            <a:ext cx="3432313" cy="1868556"/>
          </a:xfrm>
          <a:prstGeom prst="parallelogram">
            <a:avLst>
              <a:gd name="adj" fmla="val 46277"/>
            </a:avLst>
          </a:prstGeom>
          <a:noFill/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B3330203-328C-AA4B-C902-90E8090F04F5}"/>
              </a:ext>
            </a:extLst>
          </p:cNvPr>
          <p:cNvSpPr/>
          <p:nvPr/>
        </p:nvSpPr>
        <p:spPr>
          <a:xfrm>
            <a:off x="7605706" y="3576796"/>
            <a:ext cx="3432313" cy="1868556"/>
          </a:xfrm>
          <a:prstGeom prst="parallelogram">
            <a:avLst>
              <a:gd name="adj" fmla="val 46277"/>
            </a:avLst>
          </a:prstGeom>
          <a:noFill/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380FEE82-9EEF-0AE7-FBAF-105C6541CE26}"/>
              </a:ext>
            </a:extLst>
          </p:cNvPr>
          <p:cNvSpPr/>
          <p:nvPr/>
        </p:nvSpPr>
        <p:spPr>
          <a:xfrm>
            <a:off x="7605706" y="3729196"/>
            <a:ext cx="3432313" cy="1868556"/>
          </a:xfrm>
          <a:prstGeom prst="parallelogram">
            <a:avLst>
              <a:gd name="adj" fmla="val 46277"/>
            </a:avLst>
          </a:prstGeom>
          <a:noFill/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C01EEFF1-509D-3B3E-269A-A5E86213A964}"/>
              </a:ext>
            </a:extLst>
          </p:cNvPr>
          <p:cNvSpPr/>
          <p:nvPr/>
        </p:nvSpPr>
        <p:spPr>
          <a:xfrm>
            <a:off x="7605706" y="4033996"/>
            <a:ext cx="3432313" cy="1868556"/>
          </a:xfrm>
          <a:prstGeom prst="parallelogram">
            <a:avLst>
              <a:gd name="adj" fmla="val 46277"/>
            </a:avLst>
          </a:prstGeom>
          <a:solidFill>
            <a:srgbClr val="C00000">
              <a:alpha val="50000"/>
            </a:srgbClr>
          </a:solidFill>
          <a:ln cap="rnd">
            <a:solidFill>
              <a:schemeClr val="accent1">
                <a:shade val="1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91BE7E9D-5601-2A74-F0DB-3B6B31FB516C}"/>
              </a:ext>
            </a:extLst>
          </p:cNvPr>
          <p:cNvSpPr/>
          <p:nvPr/>
        </p:nvSpPr>
        <p:spPr>
          <a:xfrm>
            <a:off x="7605706" y="3881596"/>
            <a:ext cx="3432313" cy="1868556"/>
          </a:xfrm>
          <a:prstGeom prst="parallelogram">
            <a:avLst>
              <a:gd name="adj" fmla="val 46277"/>
            </a:avLst>
          </a:prstGeom>
          <a:noFill/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B18F93-70B6-08B0-55B4-09D7EF59D4B7}"/>
                  </a:ext>
                </a:extLst>
              </p:cNvPr>
              <p:cNvSpPr txBox="1"/>
              <p:nvPr/>
            </p:nvSpPr>
            <p:spPr>
              <a:xfrm>
                <a:off x="8485885" y="4058699"/>
                <a:ext cx="2320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EB18F93-70B6-08B0-55B4-09D7EF59D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885" y="4058699"/>
                <a:ext cx="232050" cy="369332"/>
              </a:xfrm>
              <a:prstGeom prst="rect">
                <a:avLst/>
              </a:prstGeom>
              <a:blipFill>
                <a:blip r:embed="rId5"/>
                <a:stretch>
                  <a:fillRect l="-31579" r="-26316" b="-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A26E3D1-96DF-74AA-66CC-A3FB200C227D}"/>
                  </a:ext>
                </a:extLst>
              </p:cNvPr>
              <p:cNvSpPr txBox="1"/>
              <p:nvPr/>
            </p:nvSpPr>
            <p:spPr>
              <a:xfrm>
                <a:off x="9239279" y="2404888"/>
                <a:ext cx="113268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𝑡𝑢𝑟𝑛𝑠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A26E3D1-96DF-74AA-66CC-A3FB200C2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79" y="2404888"/>
                <a:ext cx="1132681" cy="369332"/>
              </a:xfrm>
              <a:prstGeom prst="rect">
                <a:avLst/>
              </a:prstGeom>
              <a:blipFill>
                <a:blip r:embed="rId6"/>
                <a:stretch>
                  <a:fillRect l="-6667" t="-10000" r="-4444" b="-3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2F4AC91-E59F-67B2-D658-EA8335D24BC4}"/>
              </a:ext>
            </a:extLst>
          </p:cNvPr>
          <p:cNvCxnSpPr>
            <a:cxnSpLocks/>
          </p:cNvCxnSpPr>
          <p:nvPr/>
        </p:nvCxnSpPr>
        <p:spPr>
          <a:xfrm flipV="1">
            <a:off x="11244072" y="2789509"/>
            <a:ext cx="0" cy="1211785"/>
          </a:xfrm>
          <a:prstGeom prst="straightConnector1">
            <a:avLst/>
          </a:prstGeom>
          <a:ln cap="rnd">
            <a:solidFill>
              <a:srgbClr val="C00000"/>
            </a:solidFill>
            <a:round/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615DB6-71F2-DACB-5252-1F990C54E09F}"/>
                  </a:ext>
                </a:extLst>
              </p:cNvPr>
              <p:cNvSpPr txBox="1"/>
              <p:nvPr/>
            </p:nvSpPr>
            <p:spPr>
              <a:xfrm>
                <a:off x="11322279" y="3195250"/>
                <a:ext cx="23929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615DB6-71F2-DACB-5252-1F990C54E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2279" y="3195250"/>
                <a:ext cx="239296" cy="369332"/>
              </a:xfrm>
              <a:prstGeom prst="rect">
                <a:avLst/>
              </a:prstGeom>
              <a:blipFill>
                <a:blip r:embed="rId7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255FD4F-F848-25EB-7DD5-39B328D0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1254591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62BF-1E3E-F7F8-9C3C-7B5B4F47F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Mutual inductance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434059-FFA1-8C3B-8D49-ED4B70BAA94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/>
                  <a:t>A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flows in </a:t>
                </a:r>
                <a:r>
                  <a:rPr lang="en-IT"/>
                  <a:t>coil 1 </a:t>
                </a:r>
              </a:p>
              <a:p>
                <a:r>
                  <a:rPr lang="en-IT"/>
                  <a:t>A magnetic flux 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T"/>
                  <a:t> is generatted by the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T"/>
              </a:p>
              <a:p>
                <a:r>
                  <a:rPr lang="en-IT"/>
                  <a:t>Coil 2 links the magnetic flux 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it-IT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e>
                      </m:acc>
                    </m:oMath>
                  </m:oMathPara>
                </a14:m>
                <a:endParaRPr lang="it-IT" b="0"/>
              </a:p>
              <a:p>
                <a:r>
                  <a:rPr lang="en-IT"/>
                  <a:t>A voltage s induced in coil 2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T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434059-FFA1-8C3B-8D49-ED4B70BAA9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00" t="-2326" b="-29360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07FE7C9-012D-A22F-0181-BF8663B92F33}"/>
              </a:ext>
            </a:extLst>
          </p:cNvPr>
          <p:cNvCxnSpPr/>
          <p:nvPr/>
        </p:nvCxnSpPr>
        <p:spPr>
          <a:xfrm>
            <a:off x="7165352" y="2872368"/>
            <a:ext cx="619932" cy="0"/>
          </a:xfrm>
          <a:prstGeom prst="line">
            <a:avLst/>
          </a:prstGeom>
          <a:ln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5012D2-B52E-9DDF-349B-81DBFC3E3A84}"/>
              </a:ext>
            </a:extLst>
          </p:cNvPr>
          <p:cNvCxnSpPr/>
          <p:nvPr/>
        </p:nvCxnSpPr>
        <p:spPr>
          <a:xfrm>
            <a:off x="7007786" y="3215913"/>
            <a:ext cx="619932" cy="0"/>
          </a:xfrm>
          <a:prstGeom prst="line">
            <a:avLst/>
          </a:prstGeom>
          <a:ln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E9F3E0-9357-2A52-15BC-F0DF683E2A11}"/>
              </a:ext>
            </a:extLst>
          </p:cNvPr>
          <p:cNvCxnSpPr>
            <a:cxnSpLocks/>
          </p:cNvCxnSpPr>
          <p:nvPr/>
        </p:nvCxnSpPr>
        <p:spPr>
          <a:xfrm>
            <a:off x="6752064" y="2872368"/>
            <a:ext cx="361627" cy="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927B11-CACD-AB74-B09E-CF8687206DBD}"/>
              </a:ext>
            </a:extLst>
          </p:cNvPr>
          <p:cNvCxnSpPr>
            <a:cxnSpLocks/>
          </p:cNvCxnSpPr>
          <p:nvPr/>
        </p:nvCxnSpPr>
        <p:spPr>
          <a:xfrm flipH="1">
            <a:off x="9032424" y="5767587"/>
            <a:ext cx="357649" cy="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3D893D-0D53-78B5-0746-29F34977254F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7637245" y="2892228"/>
            <a:ext cx="143723" cy="306730"/>
          </a:xfrm>
          <a:prstGeom prst="line">
            <a:avLst/>
          </a:prstGeom>
          <a:ln w="254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CC9AE2-0765-BB41-D21A-FAF365DF6E1F}"/>
                  </a:ext>
                </a:extLst>
              </p:cNvPr>
              <p:cNvSpPr txBox="1"/>
              <p:nvPr/>
            </p:nvSpPr>
            <p:spPr>
              <a:xfrm>
                <a:off x="6752064" y="2484956"/>
                <a:ext cx="1700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CC9AE2-0765-BB41-D21A-FAF365DF6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2064" y="2484956"/>
                <a:ext cx="170047" cy="369332"/>
              </a:xfrm>
              <a:prstGeom prst="rect">
                <a:avLst/>
              </a:prstGeom>
              <a:blipFill>
                <a:blip r:embed="rId3"/>
                <a:stretch>
                  <a:fillRect l="-33333" r="-33333" b="-6667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F2820A-7852-1AC3-F701-682A29765232}"/>
                  </a:ext>
                </a:extLst>
              </p:cNvPr>
              <p:cNvSpPr txBox="1"/>
              <p:nvPr/>
            </p:nvSpPr>
            <p:spPr>
              <a:xfrm>
                <a:off x="9061829" y="5807631"/>
                <a:ext cx="3688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F2820A-7852-1AC3-F701-682A29765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1829" y="5807631"/>
                <a:ext cx="368819" cy="369332"/>
              </a:xfrm>
              <a:prstGeom prst="rect">
                <a:avLst/>
              </a:prstGeom>
              <a:blipFill>
                <a:blip r:embed="rId4"/>
                <a:stretch>
                  <a:fillRect l="-10000" r="-6667" b="-1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Parallelogram 15">
            <a:extLst>
              <a:ext uri="{FF2B5EF4-FFF2-40B4-BE49-F238E27FC236}">
                <a16:creationId xmlns:a16="http://schemas.microsoft.com/office/drawing/2014/main" id="{B648CD90-9C07-FB93-4F87-C1CEE4E6D38F}"/>
              </a:ext>
            </a:extLst>
          </p:cNvPr>
          <p:cNvSpPr/>
          <p:nvPr/>
        </p:nvSpPr>
        <p:spPr>
          <a:xfrm>
            <a:off x="7275693" y="2117612"/>
            <a:ext cx="3432313" cy="1868556"/>
          </a:xfrm>
          <a:prstGeom prst="parallelogram">
            <a:avLst>
              <a:gd name="adj" fmla="val 46277"/>
            </a:avLst>
          </a:prstGeom>
          <a:noFill/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9D4E89-3FC7-7722-B223-950383DD8770}"/>
                  </a:ext>
                </a:extLst>
              </p:cNvPr>
              <p:cNvSpPr txBox="1"/>
              <p:nvPr/>
            </p:nvSpPr>
            <p:spPr>
              <a:xfrm>
                <a:off x="10967349" y="4880939"/>
                <a:ext cx="386451" cy="4140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9D4E89-3FC7-7722-B223-950383DD8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7349" y="4880939"/>
                <a:ext cx="386451" cy="414088"/>
              </a:xfrm>
              <a:prstGeom prst="rect">
                <a:avLst/>
              </a:prstGeom>
              <a:blipFill>
                <a:blip r:embed="rId5"/>
                <a:stretch>
                  <a:fillRect l="-18750" r="-6250" b="-8824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269B84D-080D-7855-08E1-8DB808B94406}"/>
                  </a:ext>
                </a:extLst>
              </p:cNvPr>
              <p:cNvSpPr txBox="1"/>
              <p:nvPr/>
            </p:nvSpPr>
            <p:spPr>
              <a:xfrm>
                <a:off x="9726511" y="5006747"/>
                <a:ext cx="3550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269B84D-080D-7855-08E1-8DB808B94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6511" y="5006747"/>
                <a:ext cx="355097" cy="369332"/>
              </a:xfrm>
              <a:prstGeom prst="rect">
                <a:avLst/>
              </a:prstGeom>
              <a:blipFill>
                <a:blip r:embed="rId6"/>
                <a:stretch>
                  <a:fillRect l="-21429" r="-7143" b="-10000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rved Left Arrow 13">
            <a:extLst>
              <a:ext uri="{FF2B5EF4-FFF2-40B4-BE49-F238E27FC236}">
                <a16:creationId xmlns:a16="http://schemas.microsoft.com/office/drawing/2014/main" id="{9FDE86E6-3E35-CAF4-C2DC-014773A4FA31}"/>
              </a:ext>
            </a:extLst>
          </p:cNvPr>
          <p:cNvSpPr/>
          <p:nvPr/>
        </p:nvSpPr>
        <p:spPr>
          <a:xfrm rot="21172101" flipH="1">
            <a:off x="9807736" y="2506743"/>
            <a:ext cx="1090708" cy="255871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  <p:sp>
        <p:nvSpPr>
          <p:cNvPr id="20" name="Curved Left Arrow 19">
            <a:extLst>
              <a:ext uri="{FF2B5EF4-FFF2-40B4-BE49-F238E27FC236}">
                <a16:creationId xmlns:a16="http://schemas.microsoft.com/office/drawing/2014/main" id="{792E21D3-7944-5F69-D0C9-E89F5793A085}"/>
              </a:ext>
            </a:extLst>
          </p:cNvPr>
          <p:cNvSpPr/>
          <p:nvPr/>
        </p:nvSpPr>
        <p:spPr>
          <a:xfrm rot="20928567">
            <a:off x="8348579" y="2783146"/>
            <a:ext cx="1090708" cy="255871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  <p:sp>
        <p:nvSpPr>
          <p:cNvPr id="19" name="Parallelogram 18">
            <a:extLst>
              <a:ext uri="{FF2B5EF4-FFF2-40B4-BE49-F238E27FC236}">
                <a16:creationId xmlns:a16="http://schemas.microsoft.com/office/drawing/2014/main" id="{412F5F52-0F99-32A6-920D-2339A860E9B0}"/>
              </a:ext>
            </a:extLst>
          </p:cNvPr>
          <p:cNvSpPr/>
          <p:nvPr/>
        </p:nvSpPr>
        <p:spPr>
          <a:xfrm>
            <a:off x="8671882" y="4250125"/>
            <a:ext cx="1927470" cy="1180484"/>
          </a:xfrm>
          <a:prstGeom prst="parallelogram">
            <a:avLst>
              <a:gd name="adj" fmla="val 46277"/>
            </a:avLst>
          </a:prstGeom>
          <a:solidFill>
            <a:srgbClr val="C00000">
              <a:alpha val="52000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130167-3BD5-51D9-E636-BF6CC24F57F3}"/>
              </a:ext>
            </a:extLst>
          </p:cNvPr>
          <p:cNvCxnSpPr>
            <a:cxnSpLocks/>
          </p:cNvCxnSpPr>
          <p:nvPr/>
        </p:nvCxnSpPr>
        <p:spPr>
          <a:xfrm flipV="1">
            <a:off x="8991849" y="5430954"/>
            <a:ext cx="152400" cy="348488"/>
          </a:xfrm>
          <a:prstGeom prst="line">
            <a:avLst/>
          </a:prstGeom>
          <a:ln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9EAFEB8-0E0E-23F4-78D1-57CC37EC7675}"/>
              </a:ext>
            </a:extLst>
          </p:cNvPr>
          <p:cNvCxnSpPr>
            <a:cxnSpLocks/>
          </p:cNvCxnSpPr>
          <p:nvPr/>
        </p:nvCxnSpPr>
        <p:spPr>
          <a:xfrm flipV="1">
            <a:off x="9431968" y="5429146"/>
            <a:ext cx="152400" cy="348488"/>
          </a:xfrm>
          <a:prstGeom prst="line">
            <a:avLst/>
          </a:prstGeom>
          <a:ln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385BB7-378F-3408-E20F-E95DD363ED17}"/>
              </a:ext>
            </a:extLst>
          </p:cNvPr>
          <p:cNvCxnSpPr>
            <a:cxnSpLocks/>
          </p:cNvCxnSpPr>
          <p:nvPr/>
        </p:nvCxnSpPr>
        <p:spPr>
          <a:xfrm flipV="1">
            <a:off x="7637245" y="2892228"/>
            <a:ext cx="143723" cy="306730"/>
          </a:xfrm>
          <a:prstGeom prst="line">
            <a:avLst/>
          </a:prstGeom>
          <a:ln w="254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EA6422B-4FC4-DEBD-3400-BD72143510C4}"/>
              </a:ext>
            </a:extLst>
          </p:cNvPr>
          <p:cNvCxnSpPr>
            <a:cxnSpLocks/>
          </p:cNvCxnSpPr>
          <p:nvPr/>
        </p:nvCxnSpPr>
        <p:spPr>
          <a:xfrm>
            <a:off x="9155081" y="5431513"/>
            <a:ext cx="413412" cy="0"/>
          </a:xfrm>
          <a:prstGeom prst="line">
            <a:avLst/>
          </a:prstGeom>
          <a:ln w="254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4B3E13-026F-3057-B74E-0E54C947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138139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9B5C-4943-4E69-CEAD-0DE335B81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Mutual inductance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CFA5A60-65B8-5173-A080-BB6B4FE7FA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IT"/>
                  <a:t>For N coupled loops</a:t>
                </a:r>
              </a:p>
              <a:p>
                <a:pPr marL="0" indent="0">
                  <a:buNone/>
                </a:pPr>
                <a:endParaRPr lang="en-IT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IT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it-IT" b="0" i="0" smtClean="0"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𝑑𝑖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𝑑𝑖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⋯+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𝑑𝑖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</m:mr>
                        <m:m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it-IT" b="0" i="0" smtClean="0"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𝑑𝑖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𝑑𝑖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⋯+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𝑁𝑁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𝑑𝑖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IT"/>
              </a:p>
              <a:p>
                <a:pPr marL="0" indent="0">
                  <a:buNone/>
                </a:pPr>
                <a:r>
                  <a:rPr lang="en-US" dirty="0"/>
                  <a:t>W</a:t>
                </a:r>
                <a:r>
                  <a:rPr lang="en-IT"/>
                  <a:t>ith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𝑘𝑘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it-IT" b="0" i="0" smtClean="0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it-IT" b="0" i="0" smtClean="0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</m:e>
                                    <m:sub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IT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CFA5A60-65B8-5173-A080-BB6B4FE7FA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3198" b="-7790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A4795-882E-7C53-F9D3-5C43F550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3916549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4C833-FDB6-3F17-4EFE-D6304503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Partial inductance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C2A849-1F52-89D1-9F8A-665C819079A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IT"/>
                  <a:t>However, we want to model a cable, not a loop!</a:t>
                </a:r>
              </a:p>
              <a:p>
                <a:r>
                  <a:rPr lang="en-IT"/>
                  <a:t>Let’s re-work the inductance formula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it-IT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𝑑𝑆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it-IT" b="0"/>
              </a:p>
              <a:p>
                <a:r>
                  <a:rPr lang="en-US"/>
                  <a:t>T</a:t>
                </a:r>
                <a:r>
                  <a:rPr lang="en-IT"/>
                  <a:t>he magnetic flux density is div-free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T"/>
                  <a:t> magnetic vector potential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=0⇒</m:t>
                      </m:r>
                      <m:acc>
                        <m:accPr>
                          <m:chr m:val="⃗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it-IT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IT"/>
              </a:p>
              <a:p>
                <a:endParaRPr lang="en-IT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C2A849-1F52-89D1-9F8A-665C819079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00" t="-4070" b="-18314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A0D6DB74-52B6-5C3E-FA55-A6FF17D4B9AC}"/>
              </a:ext>
            </a:extLst>
          </p:cNvPr>
          <p:cNvGrpSpPr/>
          <p:nvPr/>
        </p:nvGrpSpPr>
        <p:grpSpPr>
          <a:xfrm>
            <a:off x="10500966" y="4647884"/>
            <a:ext cx="270000" cy="1620001"/>
            <a:chOff x="6845395" y="3360701"/>
            <a:chExt cx="270000" cy="1620001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81ED2BD-E994-06F6-18B0-9875833102EB}"/>
                </a:ext>
              </a:extLst>
            </p:cNvPr>
            <p:cNvSpPr/>
            <p:nvPr/>
          </p:nvSpPr>
          <p:spPr>
            <a:xfrm>
              <a:off x="6845395" y="3900702"/>
              <a:ext cx="270000" cy="540000"/>
            </a:xfrm>
            <a:prstGeom prst="roundRect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602DCF-3561-A099-3F30-10E3E5E07BBC}"/>
                </a:ext>
              </a:extLst>
            </p:cNvPr>
            <p:cNvCxnSpPr>
              <a:cxnSpLocks/>
            </p:cNvCxnSpPr>
            <p:nvPr/>
          </p:nvCxnSpPr>
          <p:spPr>
            <a:xfrm>
              <a:off x="6980395" y="3360701"/>
              <a:ext cx="0" cy="54000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394EC39-19BF-1C79-7085-FECC1FB83C04}"/>
                </a:ext>
              </a:extLst>
            </p:cNvPr>
            <p:cNvCxnSpPr>
              <a:cxnSpLocks/>
            </p:cNvCxnSpPr>
            <p:nvPr/>
          </p:nvCxnSpPr>
          <p:spPr>
            <a:xfrm>
              <a:off x="6980395" y="4440702"/>
              <a:ext cx="0" cy="54000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C470EC-7DC2-BE22-C222-6731EDDDFB61}"/>
              </a:ext>
            </a:extLst>
          </p:cNvPr>
          <p:cNvGrpSpPr/>
          <p:nvPr/>
        </p:nvGrpSpPr>
        <p:grpSpPr>
          <a:xfrm>
            <a:off x="7437301" y="4647884"/>
            <a:ext cx="450000" cy="1618202"/>
            <a:chOff x="5008087" y="2683795"/>
            <a:chExt cx="450000" cy="161820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767ED18-0DF6-B21B-A1F6-25CF9576DD8A}"/>
                </a:ext>
              </a:extLst>
            </p:cNvPr>
            <p:cNvGrpSpPr/>
            <p:nvPr/>
          </p:nvGrpSpPr>
          <p:grpSpPr>
            <a:xfrm>
              <a:off x="5008087" y="2683795"/>
              <a:ext cx="450000" cy="1618202"/>
              <a:chOff x="5871000" y="2621427"/>
              <a:chExt cx="450000" cy="1618202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C6A69E8-A8B0-FD7A-8CA0-B7FDECF6D103}"/>
                  </a:ext>
                </a:extLst>
              </p:cNvPr>
              <p:cNvSpPr/>
              <p:nvPr/>
            </p:nvSpPr>
            <p:spPr>
              <a:xfrm>
                <a:off x="5871000" y="3206427"/>
                <a:ext cx="450000" cy="450000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C90A64AD-E838-2D63-D35F-51F23B23EF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621427"/>
                <a:ext cx="0" cy="58500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3DFE522-54EC-C56E-FA97-506B28E6CB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654629"/>
                <a:ext cx="0" cy="58500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31036F-1DD2-EFC5-FB78-69EFF0621FD3}"/>
                  </a:ext>
                </a:extLst>
              </p:cNvPr>
              <p:cNvSpPr txBox="1"/>
              <p:nvPr/>
            </p:nvSpPr>
            <p:spPr>
              <a:xfrm>
                <a:off x="5941345" y="3144059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b="1"/>
                  <a:t>+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1D0A38-C832-199E-C6A2-CC28062267E9}"/>
                </a:ext>
              </a:extLst>
            </p:cNvPr>
            <p:cNvSpPr txBox="1"/>
            <p:nvPr/>
          </p:nvSpPr>
          <p:spPr>
            <a:xfrm>
              <a:off x="5101282" y="3411831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b="1"/>
                <a:t>-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E511CB-5532-E56F-49F2-138265A26725}"/>
              </a:ext>
            </a:extLst>
          </p:cNvPr>
          <p:cNvGrpSpPr/>
          <p:nvPr/>
        </p:nvGrpSpPr>
        <p:grpSpPr>
          <a:xfrm rot="16200000">
            <a:off x="9013830" y="3157224"/>
            <a:ext cx="270000" cy="2974270"/>
            <a:chOff x="6845395" y="2683262"/>
            <a:chExt cx="270000" cy="2974270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EA9C9065-53CE-B99D-AA87-F8C408B8C422}"/>
                </a:ext>
              </a:extLst>
            </p:cNvPr>
            <p:cNvSpPr/>
            <p:nvPr/>
          </p:nvSpPr>
          <p:spPr>
            <a:xfrm>
              <a:off x="6845395" y="3900702"/>
              <a:ext cx="270000" cy="540000"/>
            </a:xfrm>
            <a:prstGeom prst="roundRect">
              <a:avLst/>
            </a:prstGeom>
            <a:solidFill>
              <a:schemeClr val="bg1"/>
            </a:solidFill>
            <a:ln w="2540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1AD4D8C-26E5-FD00-9BA8-C6C7B590E6A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371676" y="3291982"/>
              <a:ext cx="1217439" cy="0"/>
            </a:xfrm>
            <a:prstGeom prst="line">
              <a:avLst/>
            </a:prstGeom>
            <a:ln cap="rnd">
              <a:solidFill>
                <a:schemeClr val="tx1">
                  <a:alpha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7BEBC09-210C-7C34-7F8B-B8CD1B3056B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371979" y="5049117"/>
              <a:ext cx="1216831" cy="0"/>
            </a:xfrm>
            <a:prstGeom prst="line">
              <a:avLst/>
            </a:prstGeom>
            <a:ln cap="rnd">
              <a:solidFill>
                <a:schemeClr val="tx1">
                  <a:alpha val="5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BFCADA-5A7B-606B-F874-B7344448C340}"/>
              </a:ext>
            </a:extLst>
          </p:cNvPr>
          <p:cNvCxnSpPr>
            <a:cxnSpLocks/>
          </p:cNvCxnSpPr>
          <p:nvPr/>
        </p:nvCxnSpPr>
        <p:spPr>
          <a:xfrm>
            <a:off x="7662304" y="6266086"/>
            <a:ext cx="2973662" cy="17144"/>
          </a:xfrm>
          <a:prstGeom prst="line">
            <a:avLst/>
          </a:prstGeom>
          <a:ln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4FD40C-66F3-FC64-0C61-09B3D1FBACF3}"/>
                  </a:ext>
                </a:extLst>
              </p:cNvPr>
              <p:cNvSpPr txBox="1"/>
              <p:nvPr/>
            </p:nvSpPr>
            <p:spPr>
              <a:xfrm>
                <a:off x="6758398" y="5273218"/>
                <a:ext cx="6073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B4FD40C-66F3-FC64-0C61-09B3D1FBA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398" y="5273218"/>
                <a:ext cx="607346" cy="369332"/>
              </a:xfrm>
              <a:prstGeom prst="rect">
                <a:avLst/>
              </a:prstGeom>
              <a:blipFill>
                <a:blip r:embed="rId3"/>
                <a:stretch>
                  <a:fillRect l="-8333" t="-3333" r="-18750" b="-30000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1943AB-71AE-2631-0C53-E48D3CA93EE7}"/>
                  </a:ext>
                </a:extLst>
              </p:cNvPr>
              <p:cNvSpPr txBox="1"/>
              <p:nvPr/>
            </p:nvSpPr>
            <p:spPr>
              <a:xfrm>
                <a:off x="10891987" y="5273218"/>
                <a:ext cx="6830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𝑙𝑜𝑎𝑑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E1943AB-71AE-2631-0C53-E48D3CA93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1987" y="5273218"/>
                <a:ext cx="683007" cy="369332"/>
              </a:xfrm>
              <a:prstGeom prst="rect">
                <a:avLst/>
              </a:prstGeom>
              <a:blipFill>
                <a:blip r:embed="rId4"/>
                <a:stretch>
                  <a:fillRect l="-10909" r="-9091" b="-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15DA9B81-723C-C9C6-2298-427A2558C236}"/>
              </a:ext>
            </a:extLst>
          </p:cNvPr>
          <p:cNvGrpSpPr/>
          <p:nvPr/>
        </p:nvGrpSpPr>
        <p:grpSpPr>
          <a:xfrm rot="5400000">
            <a:off x="9658187" y="3851524"/>
            <a:ext cx="298977" cy="1620001"/>
            <a:chOff x="7453879" y="3360701"/>
            <a:chExt cx="298977" cy="162000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BCF0EDE-1557-A590-90FD-D2DE748A2C7D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7333368" y="4021213"/>
              <a:ext cx="540000" cy="298977"/>
              <a:chOff x="2887363" y="5330087"/>
              <a:chExt cx="1799966" cy="996572"/>
            </a:xfrm>
          </p:grpSpPr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5345CD88-8190-A1B0-D395-82AFBDFF62AC}"/>
                  </a:ext>
                </a:extLst>
              </p:cNvPr>
              <p:cNvSpPr/>
              <p:nvPr/>
            </p:nvSpPr>
            <p:spPr>
              <a:xfrm>
                <a:off x="3270422" y="5330087"/>
                <a:ext cx="650789" cy="996572"/>
              </a:xfrm>
              <a:prstGeom prst="arc">
                <a:avLst>
                  <a:gd name="adj1" fmla="val 10790216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1D6CB1C9-B840-9857-F82B-BB9B17B95E2C}"/>
                  </a:ext>
                </a:extLst>
              </p:cNvPr>
              <p:cNvSpPr/>
              <p:nvPr/>
            </p:nvSpPr>
            <p:spPr>
              <a:xfrm>
                <a:off x="3653481" y="5330087"/>
                <a:ext cx="650789" cy="996572"/>
              </a:xfrm>
              <a:prstGeom prst="arc">
                <a:avLst>
                  <a:gd name="adj1" fmla="val 10790216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7B01EA48-B322-36E7-16CD-901E68954F72}"/>
                  </a:ext>
                </a:extLst>
              </p:cNvPr>
              <p:cNvSpPr/>
              <p:nvPr/>
            </p:nvSpPr>
            <p:spPr>
              <a:xfrm>
                <a:off x="4036540" y="5330087"/>
                <a:ext cx="650789" cy="996572"/>
              </a:xfrm>
              <a:prstGeom prst="arc">
                <a:avLst>
                  <a:gd name="adj1" fmla="val 10790216"/>
                  <a:gd name="adj2" fmla="val 21038836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A2FAFD38-BD08-9C69-F8A2-020259581D9F}"/>
                  </a:ext>
                </a:extLst>
              </p:cNvPr>
              <p:cNvSpPr/>
              <p:nvPr/>
            </p:nvSpPr>
            <p:spPr>
              <a:xfrm>
                <a:off x="2887363" y="5330087"/>
                <a:ext cx="650789" cy="996572"/>
              </a:xfrm>
              <a:prstGeom prst="arc">
                <a:avLst>
                  <a:gd name="adj1" fmla="val 11355569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32" name="Arc 31">
                <a:extLst>
                  <a:ext uri="{FF2B5EF4-FFF2-40B4-BE49-F238E27FC236}">
                    <a16:creationId xmlns:a16="http://schemas.microsoft.com/office/drawing/2014/main" id="{D3D91424-42CB-2F39-FA47-F8190B53F90D}"/>
                  </a:ext>
                </a:extLst>
              </p:cNvPr>
              <p:cNvSpPr/>
              <p:nvPr/>
            </p:nvSpPr>
            <p:spPr>
              <a:xfrm rot="10800000">
                <a:off x="3653481" y="5454662"/>
                <a:ext cx="268140" cy="747420"/>
              </a:xfrm>
              <a:prstGeom prst="arc">
                <a:avLst>
                  <a:gd name="adj1" fmla="val 10790216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33" name="Arc 32">
                <a:extLst>
                  <a:ext uri="{FF2B5EF4-FFF2-40B4-BE49-F238E27FC236}">
                    <a16:creationId xmlns:a16="http://schemas.microsoft.com/office/drawing/2014/main" id="{4ED9EC7F-C296-515A-35BB-9FCDDD179ED8}"/>
                  </a:ext>
                </a:extLst>
              </p:cNvPr>
              <p:cNvSpPr/>
              <p:nvPr/>
            </p:nvSpPr>
            <p:spPr>
              <a:xfrm rot="10800000">
                <a:off x="4036130" y="5454662"/>
                <a:ext cx="268140" cy="747420"/>
              </a:xfrm>
              <a:prstGeom prst="arc">
                <a:avLst>
                  <a:gd name="adj1" fmla="val 10790216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34" name="Arc 33">
                <a:extLst>
                  <a:ext uri="{FF2B5EF4-FFF2-40B4-BE49-F238E27FC236}">
                    <a16:creationId xmlns:a16="http://schemas.microsoft.com/office/drawing/2014/main" id="{7218DD3A-2FE7-4892-95A8-45A6D5D68701}"/>
                  </a:ext>
                </a:extLst>
              </p:cNvPr>
              <p:cNvSpPr/>
              <p:nvPr/>
            </p:nvSpPr>
            <p:spPr>
              <a:xfrm rot="10800000">
                <a:off x="3270011" y="5454663"/>
                <a:ext cx="268140" cy="747420"/>
              </a:xfrm>
              <a:prstGeom prst="arc">
                <a:avLst>
                  <a:gd name="adj1" fmla="val 10790216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</p:grp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507DF68-267C-B66B-D6DF-0C159471C160}"/>
                </a:ext>
              </a:extLst>
            </p:cNvPr>
            <p:cNvCxnSpPr>
              <a:cxnSpLocks/>
            </p:cNvCxnSpPr>
            <p:nvPr/>
          </p:nvCxnSpPr>
          <p:spPr>
            <a:xfrm>
              <a:off x="7599383" y="4440702"/>
              <a:ext cx="0" cy="540000"/>
            </a:xfrm>
            <a:prstGeom prst="line">
              <a:avLst/>
            </a:prstGeom>
            <a:ln cap="rnd">
              <a:solidFill>
                <a:srgbClr val="C00000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1DF1B3B-EBA0-2DD8-50C9-BD7E9E957FEB}"/>
                </a:ext>
              </a:extLst>
            </p:cNvPr>
            <p:cNvCxnSpPr>
              <a:cxnSpLocks/>
            </p:cNvCxnSpPr>
            <p:nvPr/>
          </p:nvCxnSpPr>
          <p:spPr>
            <a:xfrm>
              <a:off x="7589917" y="3360701"/>
              <a:ext cx="0" cy="540000"/>
            </a:xfrm>
            <a:prstGeom prst="line">
              <a:avLst/>
            </a:prstGeom>
            <a:ln cap="rnd">
              <a:solidFill>
                <a:srgbClr val="C00000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970E1BD-664B-8093-1043-8BBB6012EE44}"/>
              </a:ext>
            </a:extLst>
          </p:cNvPr>
          <p:cNvGrpSpPr/>
          <p:nvPr/>
        </p:nvGrpSpPr>
        <p:grpSpPr>
          <a:xfrm rot="5400000">
            <a:off x="8362909" y="3833870"/>
            <a:ext cx="242888" cy="1620001"/>
            <a:chOff x="7860988" y="3360701"/>
            <a:chExt cx="242888" cy="1620001"/>
          </a:xfrm>
        </p:grpSpPr>
        <p:sp>
          <p:nvSpPr>
            <p:cNvPr id="36" name="Line 475">
              <a:extLst>
                <a:ext uri="{FF2B5EF4-FFF2-40B4-BE49-F238E27FC236}">
                  <a16:creationId xmlns:a16="http://schemas.microsoft.com/office/drawing/2014/main" id="{7DEDE680-73F9-77F0-62EB-0C0FE6DC058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947506" y="4253917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37" name="Line 476">
              <a:extLst>
                <a:ext uri="{FF2B5EF4-FFF2-40B4-BE49-F238E27FC236}">
                  <a16:creationId xmlns:a16="http://schemas.microsoft.com/office/drawing/2014/main" id="{040A9EBE-B49F-D3F2-D902-FECF74B1E15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947506" y="4187242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38" name="Line 477">
              <a:extLst>
                <a:ext uri="{FF2B5EF4-FFF2-40B4-BE49-F238E27FC236}">
                  <a16:creationId xmlns:a16="http://schemas.microsoft.com/office/drawing/2014/main" id="{77A68447-5231-6164-9A5B-DA2124F3FE9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947506" y="4118979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39" name="Line 478">
              <a:extLst>
                <a:ext uri="{FF2B5EF4-FFF2-40B4-BE49-F238E27FC236}">
                  <a16:creationId xmlns:a16="http://schemas.microsoft.com/office/drawing/2014/main" id="{3C45D6DA-3B5E-A929-DF9B-6691BA2F66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947506" y="4047541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40" name="Line 479">
              <a:extLst>
                <a:ext uri="{FF2B5EF4-FFF2-40B4-BE49-F238E27FC236}">
                  <a16:creationId xmlns:a16="http://schemas.microsoft.com/office/drawing/2014/main" id="{411F12F3-363A-09A7-1312-44FB909807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949094" y="3977691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41" name="Line 480">
              <a:extLst>
                <a:ext uri="{FF2B5EF4-FFF2-40B4-BE49-F238E27FC236}">
                  <a16:creationId xmlns:a16="http://schemas.microsoft.com/office/drawing/2014/main" id="{60C9B09C-A6E9-2046-152B-68EF55D3AE5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949094" y="3911016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42" name="Line 481">
              <a:extLst>
                <a:ext uri="{FF2B5EF4-FFF2-40B4-BE49-F238E27FC236}">
                  <a16:creationId xmlns:a16="http://schemas.microsoft.com/office/drawing/2014/main" id="{860F2B78-D421-E8B1-73DF-E7CFF05C673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949094" y="3842754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43" name="Line 482">
              <a:extLst>
                <a:ext uri="{FF2B5EF4-FFF2-40B4-BE49-F238E27FC236}">
                  <a16:creationId xmlns:a16="http://schemas.microsoft.com/office/drawing/2014/main" id="{90295FD7-D999-E081-A14D-AA909FA7F59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909410" y="3853870"/>
              <a:ext cx="25394" cy="11906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44" name="Line 483">
              <a:extLst>
                <a:ext uri="{FF2B5EF4-FFF2-40B4-BE49-F238E27FC236}">
                  <a16:creationId xmlns:a16="http://schemas.microsoft.com/office/drawing/2014/main" id="{9F459CCC-9EDF-8299-5439-414B5463FD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023579" y="4361994"/>
              <a:ext cx="30418" cy="127001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78B369F-C670-A7C2-39D5-98259C4D3DED}"/>
                </a:ext>
              </a:extLst>
            </p:cNvPr>
            <p:cNvCxnSpPr>
              <a:cxnSpLocks/>
            </p:cNvCxnSpPr>
            <p:nvPr/>
          </p:nvCxnSpPr>
          <p:spPr>
            <a:xfrm>
              <a:off x="7992829" y="3360701"/>
              <a:ext cx="0" cy="540000"/>
            </a:xfrm>
            <a:prstGeom prst="line">
              <a:avLst/>
            </a:prstGeom>
            <a:ln cap="rnd">
              <a:solidFill>
                <a:srgbClr val="C00000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A488B5C-A327-76E5-979F-51449BF218E1}"/>
                </a:ext>
              </a:extLst>
            </p:cNvPr>
            <p:cNvCxnSpPr>
              <a:cxnSpLocks/>
            </p:cNvCxnSpPr>
            <p:nvPr/>
          </p:nvCxnSpPr>
          <p:spPr>
            <a:xfrm>
              <a:off x="7981637" y="4440702"/>
              <a:ext cx="0" cy="540000"/>
            </a:xfrm>
            <a:prstGeom prst="line">
              <a:avLst/>
            </a:prstGeom>
            <a:ln cap="rnd">
              <a:solidFill>
                <a:srgbClr val="C00000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C3E0215-1525-DBE4-B9D1-26CB81D0CB7A}"/>
                  </a:ext>
                </a:extLst>
              </p:cNvPr>
              <p:cNvSpPr txBox="1"/>
              <p:nvPr/>
            </p:nvSpPr>
            <p:spPr>
              <a:xfrm>
                <a:off x="8329753" y="4134361"/>
                <a:ext cx="2671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C3E0215-1525-DBE4-B9D1-26CB81D0C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753" y="4134361"/>
                <a:ext cx="267124" cy="369332"/>
              </a:xfrm>
              <a:prstGeom prst="rect">
                <a:avLst/>
              </a:prstGeom>
              <a:blipFill>
                <a:blip r:embed="rId5"/>
                <a:stretch>
                  <a:fillRect l="-22727" r="-27273" b="-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2CDC197-15FD-342F-D0D8-79C8A52256D9}"/>
                  </a:ext>
                </a:extLst>
              </p:cNvPr>
              <p:cNvSpPr txBox="1"/>
              <p:nvPr/>
            </p:nvSpPr>
            <p:spPr>
              <a:xfrm>
                <a:off x="9701393" y="4142703"/>
                <a:ext cx="2323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2CDC197-15FD-342F-D0D8-79C8A5225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1393" y="4142703"/>
                <a:ext cx="232307" cy="369332"/>
              </a:xfrm>
              <a:prstGeom prst="rect">
                <a:avLst/>
              </a:prstGeom>
              <a:blipFill>
                <a:blip r:embed="rId6"/>
                <a:stretch>
                  <a:fillRect l="-30000" r="-25000" b="-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" name="Content Placeholder 4" descr="A drawing of a circular object with a black circle&#10;&#10;AI-generated content may be incorrect.">
            <a:extLst>
              <a:ext uri="{FF2B5EF4-FFF2-40B4-BE49-F238E27FC236}">
                <a16:creationId xmlns:a16="http://schemas.microsoft.com/office/drawing/2014/main" id="{2C732DBD-4574-BE23-35A5-A9FD60D608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rcRect l="9879" t="13164" r="53097" b="5587"/>
          <a:stretch/>
        </p:blipFill>
        <p:spPr>
          <a:xfrm>
            <a:off x="7561484" y="770827"/>
            <a:ext cx="3175301" cy="319005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1F24E-59AF-5B3F-58CE-246FA2D7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3172731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80317-D615-9F85-A3EC-3EA5151BE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Partial inductance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C49FA57-C566-AA6B-FF67-D353EB518F3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28600" y="1825625"/>
                <a:ext cx="57912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it-IT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acc>
                                <m:accPr>
                                  <m:chr m:val="⃗"/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</m:d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𝑑𝑆</m:t>
                              </m:r>
                            </m:e>
                          </m:acc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  <m:nary>
                            <m:naryPr>
                              <m:chr m:val="∮"/>
                              <m:supHide m:val="on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/>
                            <m:e>
                              <m:acc>
                                <m:accPr>
                                  <m:chr m:val="⃗"/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𝑑𝑙</m:t>
                                  </m:r>
                                </m:e>
                              </m:acc>
                            </m:e>
                          </m:nary>
                        </m:e>
                      </m:nary>
                    </m:oMath>
                  </m:oMathPara>
                </a14:m>
                <a:endParaRPr lang="it-IT" b="0"/>
              </a:p>
              <a:p>
                <a:pPr marL="0" indent="0">
                  <a:buNone/>
                </a:pPr>
                <a:r>
                  <a:rPr lang="en-US"/>
                  <a:t>F</a:t>
                </a:r>
                <a:r>
                  <a:rPr lang="en-IT"/>
                  <a:t>or a polygon</a:t>
                </a:r>
              </a:p>
              <a:p>
                <a:pPr marL="0" indent="0">
                  <a:buNone/>
                </a:pPr>
                <a:endParaRPr lang="en-IT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den>
                          </m:f>
                          <m:nary>
                            <m:naryPr>
                              <m:supHide m:val="on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acc>
                                <m:accPr>
                                  <m:chr m:val="⃗"/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𝑑𝑙</m:t>
                                  </m:r>
                                </m:e>
                              </m:acc>
                            </m:e>
                          </m:nary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it-IT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supHide m:val="on"/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T"/>
              </a:p>
              <a:p>
                <a:pPr marL="0" indent="0">
                  <a:buNone/>
                </a:pPr>
                <a:r>
                  <a:rPr lang="en-US"/>
                  <a:t>E</a:t>
                </a:r>
                <a:r>
                  <a:rPr lang="en-IT"/>
                  <a:t>ach inductance is associated to a side!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C49FA57-C566-AA6B-FF67-D353EB518F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28600" y="1825625"/>
                <a:ext cx="5791200" cy="4351338"/>
              </a:xfrm>
              <a:blipFill>
                <a:blip r:embed="rId2"/>
                <a:stretch>
                  <a:fillRect l="-1969" t="-39244" b="-25291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81E71C-B7DE-1417-7D12-F63CB45135F6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8015281" y="2259688"/>
            <a:ext cx="143723" cy="306730"/>
          </a:xfrm>
          <a:prstGeom prst="line">
            <a:avLst/>
          </a:prstGeom>
          <a:ln w="254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rved Left Arrow 8">
            <a:extLst>
              <a:ext uri="{FF2B5EF4-FFF2-40B4-BE49-F238E27FC236}">
                <a16:creationId xmlns:a16="http://schemas.microsoft.com/office/drawing/2014/main" id="{FD71440C-5ED9-B51F-E201-C19D5E3D6408}"/>
              </a:ext>
            </a:extLst>
          </p:cNvPr>
          <p:cNvSpPr/>
          <p:nvPr/>
        </p:nvSpPr>
        <p:spPr>
          <a:xfrm>
            <a:off x="8159004" y="1159252"/>
            <a:ext cx="461176" cy="250760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  <p:sp>
        <p:nvSpPr>
          <p:cNvPr id="10" name="Curved Left Arrow 9">
            <a:extLst>
              <a:ext uri="{FF2B5EF4-FFF2-40B4-BE49-F238E27FC236}">
                <a16:creationId xmlns:a16="http://schemas.microsoft.com/office/drawing/2014/main" id="{3ACF20CC-2F0E-C490-CF27-54FF9CCF8A40}"/>
              </a:ext>
            </a:extLst>
          </p:cNvPr>
          <p:cNvSpPr/>
          <p:nvPr/>
        </p:nvSpPr>
        <p:spPr>
          <a:xfrm>
            <a:off x="8631347" y="681038"/>
            <a:ext cx="461176" cy="250760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  <p:sp>
        <p:nvSpPr>
          <p:cNvPr id="11" name="Curved Left Arrow 10">
            <a:extLst>
              <a:ext uri="{FF2B5EF4-FFF2-40B4-BE49-F238E27FC236}">
                <a16:creationId xmlns:a16="http://schemas.microsoft.com/office/drawing/2014/main" id="{D1A6218C-0AE7-7ADC-1B84-E05E09B5E689}"/>
              </a:ext>
            </a:extLst>
          </p:cNvPr>
          <p:cNvSpPr/>
          <p:nvPr/>
        </p:nvSpPr>
        <p:spPr>
          <a:xfrm flipH="1">
            <a:off x="9898689" y="681038"/>
            <a:ext cx="461176" cy="250760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  <p:sp>
        <p:nvSpPr>
          <p:cNvPr id="12" name="Curved Left Arrow 11">
            <a:extLst>
              <a:ext uri="{FF2B5EF4-FFF2-40B4-BE49-F238E27FC236}">
                <a16:creationId xmlns:a16="http://schemas.microsoft.com/office/drawing/2014/main" id="{ACDB7087-3FC1-1A5F-9D82-8E001879F87A}"/>
              </a:ext>
            </a:extLst>
          </p:cNvPr>
          <p:cNvSpPr/>
          <p:nvPr/>
        </p:nvSpPr>
        <p:spPr>
          <a:xfrm flipH="1">
            <a:off x="9426346" y="1159251"/>
            <a:ext cx="461176" cy="2507601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50F39CEC-3A4A-03FB-47FF-CE4F73602816}"/>
              </a:ext>
            </a:extLst>
          </p:cNvPr>
          <p:cNvSpPr/>
          <p:nvPr/>
        </p:nvSpPr>
        <p:spPr>
          <a:xfrm>
            <a:off x="7653729" y="1485072"/>
            <a:ext cx="3432313" cy="1868556"/>
          </a:xfrm>
          <a:prstGeom prst="parallelogram">
            <a:avLst>
              <a:gd name="adj" fmla="val 46277"/>
            </a:avLst>
          </a:prstGeom>
          <a:solidFill>
            <a:srgbClr val="C00000">
              <a:alpha val="52000"/>
            </a:srgbClr>
          </a:solidFill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23D0A09-AE64-0B12-1483-86DE7AE4DBD7}"/>
                  </a:ext>
                </a:extLst>
              </p:cNvPr>
              <p:cNvSpPr txBox="1"/>
              <p:nvPr/>
            </p:nvSpPr>
            <p:spPr>
              <a:xfrm>
                <a:off x="9910286" y="3514459"/>
                <a:ext cx="272767" cy="4140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23D0A09-AE64-0B12-1483-86DE7AE4D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0286" y="3514459"/>
                <a:ext cx="272767" cy="414088"/>
              </a:xfrm>
              <a:prstGeom prst="rect">
                <a:avLst/>
              </a:prstGeom>
              <a:blipFill>
                <a:blip r:embed="rId3"/>
                <a:stretch>
                  <a:fillRect l="-27273" r="-22727" b="-5882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D3A462-2338-B979-EE4C-DF33CEF192E8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7737918" y="5380740"/>
            <a:ext cx="143723" cy="306730"/>
          </a:xfrm>
          <a:prstGeom prst="line">
            <a:avLst/>
          </a:prstGeom>
          <a:ln w="254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arallelogram 20">
            <a:extLst>
              <a:ext uri="{FF2B5EF4-FFF2-40B4-BE49-F238E27FC236}">
                <a16:creationId xmlns:a16="http://schemas.microsoft.com/office/drawing/2014/main" id="{FFD5F886-FD2D-0342-267D-520A23BC9A5F}"/>
              </a:ext>
            </a:extLst>
          </p:cNvPr>
          <p:cNvSpPr/>
          <p:nvPr/>
        </p:nvSpPr>
        <p:spPr>
          <a:xfrm>
            <a:off x="7376364" y="4235852"/>
            <a:ext cx="3432313" cy="1868556"/>
          </a:xfrm>
          <a:prstGeom prst="parallelogram">
            <a:avLst>
              <a:gd name="adj" fmla="val 46277"/>
            </a:avLst>
          </a:prstGeom>
          <a:noFill/>
          <a:ln w="38100" cap="rnd"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91FD75D-B587-989C-9099-33E27BA5A7A2}"/>
                  </a:ext>
                </a:extLst>
              </p:cNvPr>
              <p:cNvSpPr txBox="1"/>
              <p:nvPr/>
            </p:nvSpPr>
            <p:spPr>
              <a:xfrm>
                <a:off x="8961971" y="4906181"/>
                <a:ext cx="261097" cy="4165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91FD75D-B587-989C-9099-33E27BA5A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1971" y="4906181"/>
                <a:ext cx="261097" cy="416524"/>
              </a:xfrm>
              <a:prstGeom prst="rect">
                <a:avLst/>
              </a:prstGeom>
              <a:blipFill>
                <a:blip r:embed="rId4"/>
                <a:stretch>
                  <a:fillRect l="-27273" t="-38235" r="-22727" b="-2941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ircular Arrow 23">
            <a:extLst>
              <a:ext uri="{FF2B5EF4-FFF2-40B4-BE49-F238E27FC236}">
                <a16:creationId xmlns:a16="http://schemas.microsoft.com/office/drawing/2014/main" id="{69A35054-9F39-F29F-88CC-477AC1E22A33}"/>
              </a:ext>
            </a:extLst>
          </p:cNvPr>
          <p:cNvSpPr/>
          <p:nvPr/>
        </p:nvSpPr>
        <p:spPr>
          <a:xfrm rot="8286605">
            <a:off x="8017813" y="4253084"/>
            <a:ext cx="2149411" cy="1834091"/>
          </a:xfrm>
          <a:prstGeom prst="circularArrow">
            <a:avLst>
              <a:gd name="adj1" fmla="val 6036"/>
              <a:gd name="adj2" fmla="val 1142319"/>
              <a:gd name="adj3" fmla="val 20417248"/>
              <a:gd name="adj4" fmla="val 2499942"/>
              <a:gd name="adj5" fmla="val 125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A62DB2-4947-0E45-72DA-E93095201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1166801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7F8A7-8ED7-8406-D16D-7C19BA8C6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Partial inductance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D5B37E-5044-D054-3836-C5541044B09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IT"/>
                  <a:t>Let’s consider side 1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𝑑𝑙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it-IT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T"/>
                  <a:t> has contributions from </a:t>
                </a:r>
                <a:r>
                  <a:rPr lang="it-IT" dirty="0"/>
                  <a:t>the </a:t>
                </a:r>
                <a:r>
                  <a:rPr lang="en-US" noProof="0" dirty="0"/>
                  <a:t>currents</a:t>
                </a:r>
                <a:r>
                  <a:rPr lang="it-IT" dirty="0"/>
                  <a:t> of </a:t>
                </a:r>
                <a:r>
                  <a:rPr lang="en-IT"/>
                  <a:t>all sides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IT"/>
              </a:p>
              <a:p>
                <a:pPr marL="0" indent="0">
                  <a:buNone/>
                </a:pPr>
                <a:endParaRPr lang="en-IT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D5B37E-5044-D054-3836-C5541044B0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00" t="-3372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Parallelogram 15">
            <a:extLst>
              <a:ext uri="{FF2B5EF4-FFF2-40B4-BE49-F238E27FC236}">
                <a16:creationId xmlns:a16="http://schemas.microsoft.com/office/drawing/2014/main" id="{620DCA25-CE29-A120-83C3-B350734669CE}"/>
              </a:ext>
            </a:extLst>
          </p:cNvPr>
          <p:cNvSpPr/>
          <p:nvPr/>
        </p:nvSpPr>
        <p:spPr>
          <a:xfrm>
            <a:off x="7244154" y="2799522"/>
            <a:ext cx="3432313" cy="1868556"/>
          </a:xfrm>
          <a:prstGeom prst="parallelogram">
            <a:avLst>
              <a:gd name="adj" fmla="val 46277"/>
            </a:avLst>
          </a:prstGeom>
          <a:noFill/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C422873-B68C-13B2-F561-F185013E1C51}"/>
                  </a:ext>
                </a:extLst>
              </p:cNvPr>
              <p:cNvSpPr txBox="1"/>
              <p:nvPr/>
            </p:nvSpPr>
            <p:spPr>
              <a:xfrm>
                <a:off x="9015896" y="1744685"/>
                <a:ext cx="523412" cy="4165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C422873-B68C-13B2-F561-F185013E1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5896" y="1744685"/>
                <a:ext cx="523412" cy="416524"/>
              </a:xfrm>
              <a:prstGeom prst="rect">
                <a:avLst/>
              </a:prstGeom>
              <a:blipFill>
                <a:blip r:embed="rId3"/>
                <a:stretch>
                  <a:fillRect l="-11628" t="-38235" r="-4651" b="-1176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EE484CD-F7BF-80CD-6127-5EE26D3514F8}"/>
              </a:ext>
            </a:extLst>
          </p:cNvPr>
          <p:cNvCxnSpPr>
            <a:stCxn id="16" idx="0"/>
            <a:endCxn id="16" idx="1"/>
          </p:cNvCxnSpPr>
          <p:nvPr/>
        </p:nvCxnSpPr>
        <p:spPr>
          <a:xfrm>
            <a:off x="8960311" y="2799522"/>
            <a:ext cx="432355" cy="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E68AB1-AE0E-7960-15F5-4F04AE15D000}"/>
              </a:ext>
            </a:extLst>
          </p:cNvPr>
          <p:cNvCxnSpPr>
            <a:cxnSpLocks/>
            <a:stCxn id="16" idx="4"/>
            <a:endCxn id="16" idx="3"/>
          </p:cNvCxnSpPr>
          <p:nvPr/>
        </p:nvCxnSpPr>
        <p:spPr>
          <a:xfrm flipH="1">
            <a:off x="8527955" y="4668078"/>
            <a:ext cx="432356" cy="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A457D9-45FA-1E28-2F5A-47DFF3D6B006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10170695" y="3733800"/>
            <a:ext cx="73416" cy="147068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20AA10A-19F5-11C3-1E38-912C4F89C6A8}"/>
              </a:ext>
            </a:extLst>
          </p:cNvPr>
          <p:cNvCxnSpPr>
            <a:cxnSpLocks/>
            <a:stCxn id="16" idx="5"/>
          </p:cNvCxnSpPr>
          <p:nvPr/>
        </p:nvCxnSpPr>
        <p:spPr>
          <a:xfrm flipV="1">
            <a:off x="7676510" y="3616325"/>
            <a:ext cx="54615" cy="117475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4775FC9-2A50-FE3A-077C-72AE76EB7DB7}"/>
                  </a:ext>
                </a:extLst>
              </p:cNvPr>
              <p:cNvSpPr txBox="1"/>
              <p:nvPr/>
            </p:nvSpPr>
            <p:spPr>
              <a:xfrm>
                <a:off x="9204925" y="2349775"/>
                <a:ext cx="2957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4775FC9-2A50-FE3A-077C-72AE76EB7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925" y="2349775"/>
                <a:ext cx="295787" cy="369332"/>
              </a:xfrm>
              <a:prstGeom prst="rect">
                <a:avLst/>
              </a:prstGeom>
              <a:blipFill>
                <a:blip r:embed="rId4"/>
                <a:stretch>
                  <a:fillRect l="-20000" r="-8000" b="-9677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B6D23B-71D2-F612-5129-237E352327E1}"/>
                  </a:ext>
                </a:extLst>
              </p:cNvPr>
              <p:cNvSpPr txBox="1"/>
              <p:nvPr/>
            </p:nvSpPr>
            <p:spPr>
              <a:xfrm>
                <a:off x="10258220" y="3626854"/>
                <a:ext cx="3029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B6D23B-71D2-F612-5129-237E35232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8220" y="3626854"/>
                <a:ext cx="302903" cy="369332"/>
              </a:xfrm>
              <a:prstGeom prst="rect">
                <a:avLst/>
              </a:prstGeom>
              <a:blipFill>
                <a:blip r:embed="rId5"/>
                <a:stretch>
                  <a:fillRect l="-20000" r="-8000" b="-1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DF0F1AB-2E0E-C1A3-26E0-9A53D3EC7C13}"/>
                  </a:ext>
                </a:extLst>
              </p:cNvPr>
              <p:cNvSpPr txBox="1"/>
              <p:nvPr/>
            </p:nvSpPr>
            <p:spPr>
              <a:xfrm>
                <a:off x="8441230" y="4668292"/>
                <a:ext cx="3029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DF0F1AB-2E0E-C1A3-26E0-9A53D3EC7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1230" y="4668292"/>
                <a:ext cx="302903" cy="369332"/>
              </a:xfrm>
              <a:prstGeom prst="rect">
                <a:avLst/>
              </a:prstGeom>
              <a:blipFill>
                <a:blip r:embed="rId6"/>
                <a:stretch>
                  <a:fillRect l="-20000" r="-8000" b="-1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CCD4FC-4D52-C91C-3CF6-36EDCC4D43B9}"/>
                  </a:ext>
                </a:extLst>
              </p:cNvPr>
              <p:cNvSpPr txBox="1"/>
              <p:nvPr/>
            </p:nvSpPr>
            <p:spPr>
              <a:xfrm>
                <a:off x="7283825" y="3511536"/>
                <a:ext cx="3029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CCD4FC-4D52-C91C-3CF6-36EDCC4D4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825" y="3511536"/>
                <a:ext cx="302903" cy="369332"/>
              </a:xfrm>
              <a:prstGeom prst="rect">
                <a:avLst/>
              </a:prstGeom>
              <a:blipFill>
                <a:blip r:embed="rId7"/>
                <a:stretch>
                  <a:fillRect l="-24000" r="-8000" b="-1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Freeform 42">
            <a:extLst>
              <a:ext uri="{FF2B5EF4-FFF2-40B4-BE49-F238E27FC236}">
                <a16:creationId xmlns:a16="http://schemas.microsoft.com/office/drawing/2014/main" id="{CF8A42E9-BBA1-15E8-110D-1A054F109CCF}"/>
              </a:ext>
            </a:extLst>
          </p:cNvPr>
          <p:cNvSpPr/>
          <p:nvPr/>
        </p:nvSpPr>
        <p:spPr>
          <a:xfrm>
            <a:off x="7695096" y="2906643"/>
            <a:ext cx="1356139" cy="901148"/>
          </a:xfrm>
          <a:custGeom>
            <a:avLst/>
            <a:gdLst>
              <a:gd name="connsiteX0" fmla="*/ 0 w 1356139"/>
              <a:gd name="connsiteY0" fmla="*/ 901148 h 901148"/>
              <a:gd name="connsiteX1" fmla="*/ 896730 w 1356139"/>
              <a:gd name="connsiteY1" fmla="*/ 640522 h 901148"/>
              <a:gd name="connsiteX2" fmla="*/ 1356139 w 1356139"/>
              <a:gd name="connsiteY2" fmla="*/ 0 h 901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6139" h="901148">
                <a:moveTo>
                  <a:pt x="0" y="901148"/>
                </a:moveTo>
                <a:cubicBezTo>
                  <a:pt x="335353" y="845930"/>
                  <a:pt x="670707" y="790713"/>
                  <a:pt x="896730" y="640522"/>
                </a:cubicBezTo>
                <a:cubicBezTo>
                  <a:pt x="1122753" y="490331"/>
                  <a:pt x="1239446" y="245165"/>
                  <a:pt x="1356139" y="0"/>
                </a:cubicBezTo>
              </a:path>
            </a:pathLst>
          </a:custGeom>
          <a:noFill/>
          <a:ln w="25400" cap="rnd">
            <a:solidFill>
              <a:srgbClr val="C00000"/>
            </a:solidFill>
            <a:round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433ADD0A-55C4-C11A-501D-D40B50C6D980}"/>
              </a:ext>
            </a:extLst>
          </p:cNvPr>
          <p:cNvSpPr/>
          <p:nvPr/>
        </p:nvSpPr>
        <p:spPr>
          <a:xfrm>
            <a:off x="8521148" y="2919896"/>
            <a:ext cx="768626" cy="1669774"/>
          </a:xfrm>
          <a:custGeom>
            <a:avLst/>
            <a:gdLst>
              <a:gd name="connsiteX0" fmla="*/ 0 w 768626"/>
              <a:gd name="connsiteY0" fmla="*/ 1669774 h 1669774"/>
              <a:gd name="connsiteX1" fmla="*/ 627269 w 768626"/>
              <a:gd name="connsiteY1" fmla="*/ 870226 h 1669774"/>
              <a:gd name="connsiteX2" fmla="*/ 768626 w 768626"/>
              <a:gd name="connsiteY2" fmla="*/ 0 h 1669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8626" h="1669774">
                <a:moveTo>
                  <a:pt x="0" y="1669774"/>
                </a:moveTo>
                <a:cubicBezTo>
                  <a:pt x="249582" y="1409148"/>
                  <a:pt x="499165" y="1148522"/>
                  <a:pt x="627269" y="870226"/>
                </a:cubicBezTo>
                <a:cubicBezTo>
                  <a:pt x="755373" y="591930"/>
                  <a:pt x="761999" y="295965"/>
                  <a:pt x="768626" y="0"/>
                </a:cubicBezTo>
              </a:path>
            </a:pathLst>
          </a:custGeom>
          <a:noFill/>
          <a:ln w="25400" cap="rnd">
            <a:solidFill>
              <a:srgbClr val="C00000"/>
            </a:solidFill>
            <a:round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DDDFFD73-B740-1463-5954-6C3B4463010D}"/>
              </a:ext>
            </a:extLst>
          </p:cNvPr>
          <p:cNvSpPr/>
          <p:nvPr/>
        </p:nvSpPr>
        <p:spPr>
          <a:xfrm>
            <a:off x="9413461" y="2946400"/>
            <a:ext cx="587513" cy="936487"/>
          </a:xfrm>
          <a:custGeom>
            <a:avLst/>
            <a:gdLst>
              <a:gd name="connsiteX0" fmla="*/ 587513 w 587513"/>
              <a:gd name="connsiteY0" fmla="*/ 936487 h 936487"/>
              <a:gd name="connsiteX1" fmla="*/ 132522 w 587513"/>
              <a:gd name="connsiteY1" fmla="*/ 512417 h 936487"/>
              <a:gd name="connsiteX2" fmla="*/ 0 w 587513"/>
              <a:gd name="connsiteY2" fmla="*/ 0 h 936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7513" h="936487">
                <a:moveTo>
                  <a:pt x="587513" y="936487"/>
                </a:moveTo>
                <a:cubicBezTo>
                  <a:pt x="408977" y="802492"/>
                  <a:pt x="230441" y="668498"/>
                  <a:pt x="132522" y="512417"/>
                </a:cubicBezTo>
                <a:cubicBezTo>
                  <a:pt x="34603" y="356336"/>
                  <a:pt x="17301" y="178168"/>
                  <a:pt x="0" y="0"/>
                </a:cubicBezTo>
              </a:path>
            </a:pathLst>
          </a:custGeom>
          <a:noFill/>
          <a:ln w="25400" cap="rnd">
            <a:solidFill>
              <a:srgbClr val="C00000"/>
            </a:solidFill>
            <a:round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39B875D6-0A98-046B-02CE-A74272647C35}"/>
              </a:ext>
            </a:extLst>
          </p:cNvPr>
          <p:cNvSpPr/>
          <p:nvPr/>
        </p:nvSpPr>
        <p:spPr>
          <a:xfrm>
            <a:off x="9015896" y="2193005"/>
            <a:ext cx="649416" cy="567865"/>
          </a:xfrm>
          <a:custGeom>
            <a:avLst/>
            <a:gdLst>
              <a:gd name="connsiteX0" fmla="*/ 110434 w 649416"/>
              <a:gd name="connsiteY0" fmla="*/ 541360 h 567865"/>
              <a:gd name="connsiteX1" fmla="*/ 0 w 649416"/>
              <a:gd name="connsiteY1" fmla="*/ 316073 h 567865"/>
              <a:gd name="connsiteX2" fmla="*/ 110434 w 649416"/>
              <a:gd name="connsiteY2" fmla="*/ 51030 h 567865"/>
              <a:gd name="connsiteX3" fmla="*/ 521252 w 649416"/>
              <a:gd name="connsiteY3" fmla="*/ 28943 h 567865"/>
              <a:gd name="connsiteX4" fmla="*/ 649356 w 649416"/>
              <a:gd name="connsiteY4" fmla="*/ 369082 h 567865"/>
              <a:gd name="connsiteX5" fmla="*/ 534504 w 649416"/>
              <a:gd name="connsiteY5" fmla="*/ 567865 h 56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416" h="567865">
                <a:moveTo>
                  <a:pt x="110434" y="541360"/>
                </a:moveTo>
                <a:cubicBezTo>
                  <a:pt x="55217" y="469577"/>
                  <a:pt x="0" y="397795"/>
                  <a:pt x="0" y="316073"/>
                </a:cubicBezTo>
                <a:cubicBezTo>
                  <a:pt x="0" y="234351"/>
                  <a:pt x="23559" y="98885"/>
                  <a:pt x="110434" y="51030"/>
                </a:cubicBezTo>
                <a:cubicBezTo>
                  <a:pt x="197309" y="3175"/>
                  <a:pt x="431432" y="-24066"/>
                  <a:pt x="521252" y="28943"/>
                </a:cubicBezTo>
                <a:cubicBezTo>
                  <a:pt x="611072" y="81952"/>
                  <a:pt x="647147" y="279262"/>
                  <a:pt x="649356" y="369082"/>
                </a:cubicBezTo>
                <a:cubicBezTo>
                  <a:pt x="651565" y="458902"/>
                  <a:pt x="593034" y="513383"/>
                  <a:pt x="534504" y="567865"/>
                </a:cubicBezTo>
              </a:path>
            </a:pathLst>
          </a:custGeom>
          <a:noFill/>
          <a:ln w="25400" cap="rnd">
            <a:solidFill>
              <a:srgbClr val="C00000"/>
            </a:solidFill>
            <a:round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FBF46C6-0ED0-7F6D-A43F-2ABB63516BF1}"/>
                  </a:ext>
                </a:extLst>
              </p:cNvPr>
              <p:cNvSpPr txBox="1"/>
              <p:nvPr/>
            </p:nvSpPr>
            <p:spPr>
              <a:xfrm>
                <a:off x="9647283" y="3148955"/>
                <a:ext cx="523413" cy="4165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FBF46C6-0ED0-7F6D-A43F-2ABB63516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7283" y="3148955"/>
                <a:ext cx="523413" cy="416524"/>
              </a:xfrm>
              <a:prstGeom prst="rect">
                <a:avLst/>
              </a:prstGeom>
              <a:blipFill>
                <a:blip r:embed="rId8"/>
                <a:stretch>
                  <a:fillRect l="-11905" t="-39394" r="-7143" b="-12121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B856E46-BE5A-4582-3FCA-9FFD308E9D1E}"/>
                  </a:ext>
                </a:extLst>
              </p:cNvPr>
              <p:cNvSpPr txBox="1"/>
              <p:nvPr/>
            </p:nvSpPr>
            <p:spPr>
              <a:xfrm>
                <a:off x="8943219" y="3990468"/>
                <a:ext cx="523413" cy="4165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B856E46-BE5A-4582-3FCA-9FFD308E9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219" y="3990468"/>
                <a:ext cx="523413" cy="416524"/>
              </a:xfrm>
              <a:prstGeom prst="rect">
                <a:avLst/>
              </a:prstGeom>
              <a:blipFill>
                <a:blip r:embed="rId9"/>
                <a:stretch>
                  <a:fillRect l="-14286" t="-38235" r="-4762" b="-8824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B5EDA33-F254-C634-2B9B-097CDA0BB819}"/>
                  </a:ext>
                </a:extLst>
              </p:cNvPr>
              <p:cNvSpPr txBox="1"/>
              <p:nvPr/>
            </p:nvSpPr>
            <p:spPr>
              <a:xfrm>
                <a:off x="8053684" y="3706649"/>
                <a:ext cx="523412" cy="4165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B5EDA33-F254-C634-2B9B-097CDA0BB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684" y="3706649"/>
                <a:ext cx="523412" cy="416524"/>
              </a:xfrm>
              <a:prstGeom prst="rect">
                <a:avLst/>
              </a:prstGeom>
              <a:blipFill>
                <a:blip r:embed="rId10"/>
                <a:stretch>
                  <a:fillRect l="-14286" t="-38235" r="-4762" b="-1176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86C8F-B506-23C3-A75C-6AA7EAFCE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306727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05F45-12F8-FBAF-B473-3BC6260C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0852-775F-B759-ED4D-DCFD36AE0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Partial inductance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53C4A8-0228-8A20-D077-348A66CE19F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31800" y="1825625"/>
                <a:ext cx="55880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d>
                        <m:dPr>
                          <m:begChr m:val="["/>
                          <m:endChr m:val="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supHide m:val="on"/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𝑑𝑙</m:t>
                                  </m:r>
                                </m:e>
                              </m:acc>
                            </m:e>
                          </m:nary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supHide m:val="on"/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𝑑𝑙</m:t>
                                  </m:r>
                                </m:e>
                              </m:acc>
                            </m:e>
                          </m:nary>
                          <m:r>
                            <a:rPr lang="it-IT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it-IT" dirty="0"/>
                            <m:t> </m:t>
                          </m:r>
                        </m:e>
                      </m:d>
                    </m:oMath>
                  </m:oMathPara>
                </a14:m>
                <a:endParaRPr lang="it-IT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supHide m:val="on"/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𝑑𝑙</m:t>
                                  </m:r>
                                </m:e>
                              </m:acc>
                            </m:e>
                          </m:nary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supHide m:val="on"/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sub>
                              </m:s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𝑑𝑙</m:t>
                                  </m:r>
                                </m:e>
                              </m:acc>
                            </m:e>
                          </m:nary>
                        </m:e>
                      </m:d>
                    </m:oMath>
                  </m:oMathPara>
                </a14:m>
                <a:endParaRPr lang="it-IT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it-IT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noProof="0" dirty="0"/>
                  <a:t>and similarly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noProof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it-IT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noProof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noProof="0" dirty="0"/>
              </a:p>
              <a:p>
                <a:pPr marL="0" indent="0">
                  <a:buNone/>
                </a:pPr>
                <a:endParaRPr lang="en-IT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53C4A8-0228-8A20-D077-348A66CE19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31800" y="1825625"/>
                <a:ext cx="5588000" cy="4351338"/>
              </a:xfrm>
              <a:blipFill>
                <a:blip r:embed="rId2"/>
                <a:stretch>
                  <a:fillRect l="-9524" t="-50581" r="-11791" b="-1453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Parallelogram 15">
            <a:extLst>
              <a:ext uri="{FF2B5EF4-FFF2-40B4-BE49-F238E27FC236}">
                <a16:creationId xmlns:a16="http://schemas.microsoft.com/office/drawing/2014/main" id="{83E2E2F2-2AFA-5C28-5370-78F46056542C}"/>
              </a:ext>
            </a:extLst>
          </p:cNvPr>
          <p:cNvSpPr/>
          <p:nvPr/>
        </p:nvSpPr>
        <p:spPr>
          <a:xfrm>
            <a:off x="7244154" y="2799522"/>
            <a:ext cx="3432313" cy="1868556"/>
          </a:xfrm>
          <a:prstGeom prst="parallelogram">
            <a:avLst>
              <a:gd name="adj" fmla="val 46277"/>
            </a:avLst>
          </a:prstGeom>
          <a:noFill/>
          <a:ln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22F508-0193-6F0B-DCDF-6168DE919419}"/>
                  </a:ext>
                </a:extLst>
              </p:cNvPr>
              <p:cNvSpPr txBox="1"/>
              <p:nvPr/>
            </p:nvSpPr>
            <p:spPr>
              <a:xfrm>
                <a:off x="9015896" y="1744685"/>
                <a:ext cx="523412" cy="4165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C422873-B68C-13B2-F561-F185013E1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5896" y="1744685"/>
                <a:ext cx="523412" cy="416524"/>
              </a:xfrm>
              <a:prstGeom prst="rect">
                <a:avLst/>
              </a:prstGeom>
              <a:blipFill>
                <a:blip r:embed="rId3"/>
                <a:stretch>
                  <a:fillRect l="-11628" t="-38235" r="-4651" b="-1176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4FD41FA-DCE8-D059-6F5F-31BE08C5D9F4}"/>
              </a:ext>
            </a:extLst>
          </p:cNvPr>
          <p:cNvCxnSpPr>
            <a:stCxn id="16" idx="0"/>
            <a:endCxn id="16" idx="1"/>
          </p:cNvCxnSpPr>
          <p:nvPr/>
        </p:nvCxnSpPr>
        <p:spPr>
          <a:xfrm>
            <a:off x="8960311" y="2799522"/>
            <a:ext cx="432355" cy="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528A0F-15EE-F1F2-868B-A67D86C23842}"/>
              </a:ext>
            </a:extLst>
          </p:cNvPr>
          <p:cNvCxnSpPr>
            <a:cxnSpLocks/>
            <a:stCxn id="16" idx="4"/>
            <a:endCxn id="16" idx="3"/>
          </p:cNvCxnSpPr>
          <p:nvPr/>
        </p:nvCxnSpPr>
        <p:spPr>
          <a:xfrm flipH="1">
            <a:off x="8527955" y="4668078"/>
            <a:ext cx="432356" cy="0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F8BCFE-FB14-D60B-9BA7-401C1FEE0173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10170695" y="3733800"/>
            <a:ext cx="73416" cy="147068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37462A-775D-8408-2F2E-1D9D3386F984}"/>
              </a:ext>
            </a:extLst>
          </p:cNvPr>
          <p:cNvCxnSpPr>
            <a:cxnSpLocks/>
            <a:stCxn id="16" idx="5"/>
          </p:cNvCxnSpPr>
          <p:nvPr/>
        </p:nvCxnSpPr>
        <p:spPr>
          <a:xfrm flipV="1">
            <a:off x="7676510" y="3616325"/>
            <a:ext cx="54615" cy="117475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5C93709-500D-48F5-B784-1027F91E0727}"/>
                  </a:ext>
                </a:extLst>
              </p:cNvPr>
              <p:cNvSpPr txBox="1"/>
              <p:nvPr/>
            </p:nvSpPr>
            <p:spPr>
              <a:xfrm>
                <a:off x="9204925" y="2349775"/>
                <a:ext cx="2957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4775FC9-2A50-FE3A-077C-72AE76EB7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925" y="2349775"/>
                <a:ext cx="295787" cy="369332"/>
              </a:xfrm>
              <a:prstGeom prst="rect">
                <a:avLst/>
              </a:prstGeom>
              <a:blipFill>
                <a:blip r:embed="rId4"/>
                <a:stretch>
                  <a:fillRect l="-20000" r="-8000" b="-9677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6C67D8B-9654-0476-0EE0-F8969C2A2738}"/>
                  </a:ext>
                </a:extLst>
              </p:cNvPr>
              <p:cNvSpPr txBox="1"/>
              <p:nvPr/>
            </p:nvSpPr>
            <p:spPr>
              <a:xfrm>
                <a:off x="10258220" y="3626854"/>
                <a:ext cx="3029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6B6D23B-71D2-F612-5129-237E35232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8220" y="3626854"/>
                <a:ext cx="302903" cy="369332"/>
              </a:xfrm>
              <a:prstGeom prst="rect">
                <a:avLst/>
              </a:prstGeom>
              <a:blipFill>
                <a:blip r:embed="rId5"/>
                <a:stretch>
                  <a:fillRect l="-20000" r="-8000" b="-1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8E05BA8-8BFB-07D0-2A26-D802EC7D33B6}"/>
                  </a:ext>
                </a:extLst>
              </p:cNvPr>
              <p:cNvSpPr txBox="1"/>
              <p:nvPr/>
            </p:nvSpPr>
            <p:spPr>
              <a:xfrm>
                <a:off x="8441230" y="4668292"/>
                <a:ext cx="3029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DF0F1AB-2E0E-C1A3-26E0-9A53D3EC7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1230" y="4668292"/>
                <a:ext cx="302903" cy="369332"/>
              </a:xfrm>
              <a:prstGeom prst="rect">
                <a:avLst/>
              </a:prstGeom>
              <a:blipFill>
                <a:blip r:embed="rId6"/>
                <a:stretch>
                  <a:fillRect l="-20000" r="-8000" b="-1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8A3D0F8-2211-0209-C51E-DFA005ED5980}"/>
                  </a:ext>
                </a:extLst>
              </p:cNvPr>
              <p:cNvSpPr txBox="1"/>
              <p:nvPr/>
            </p:nvSpPr>
            <p:spPr>
              <a:xfrm>
                <a:off x="7283825" y="3511536"/>
                <a:ext cx="3029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9CCD4FC-4D52-C91C-3CF6-36EDCC4D4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825" y="3511536"/>
                <a:ext cx="302903" cy="369332"/>
              </a:xfrm>
              <a:prstGeom prst="rect">
                <a:avLst/>
              </a:prstGeom>
              <a:blipFill>
                <a:blip r:embed="rId7"/>
                <a:stretch>
                  <a:fillRect l="-24000" r="-8000" b="-13333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Freeform 42">
            <a:extLst>
              <a:ext uri="{FF2B5EF4-FFF2-40B4-BE49-F238E27FC236}">
                <a16:creationId xmlns:a16="http://schemas.microsoft.com/office/drawing/2014/main" id="{0B7D1CB0-692D-EA6E-D140-A22C04EB3B71}"/>
              </a:ext>
            </a:extLst>
          </p:cNvPr>
          <p:cNvSpPr/>
          <p:nvPr/>
        </p:nvSpPr>
        <p:spPr>
          <a:xfrm>
            <a:off x="7695096" y="2906643"/>
            <a:ext cx="1356139" cy="901148"/>
          </a:xfrm>
          <a:custGeom>
            <a:avLst/>
            <a:gdLst>
              <a:gd name="connsiteX0" fmla="*/ 0 w 1356139"/>
              <a:gd name="connsiteY0" fmla="*/ 901148 h 901148"/>
              <a:gd name="connsiteX1" fmla="*/ 896730 w 1356139"/>
              <a:gd name="connsiteY1" fmla="*/ 640522 h 901148"/>
              <a:gd name="connsiteX2" fmla="*/ 1356139 w 1356139"/>
              <a:gd name="connsiteY2" fmla="*/ 0 h 901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6139" h="901148">
                <a:moveTo>
                  <a:pt x="0" y="901148"/>
                </a:moveTo>
                <a:cubicBezTo>
                  <a:pt x="335353" y="845930"/>
                  <a:pt x="670707" y="790713"/>
                  <a:pt x="896730" y="640522"/>
                </a:cubicBezTo>
                <a:cubicBezTo>
                  <a:pt x="1122753" y="490331"/>
                  <a:pt x="1239446" y="245165"/>
                  <a:pt x="1356139" y="0"/>
                </a:cubicBezTo>
              </a:path>
            </a:pathLst>
          </a:custGeom>
          <a:noFill/>
          <a:ln w="25400" cap="rnd">
            <a:solidFill>
              <a:srgbClr val="C00000"/>
            </a:solidFill>
            <a:round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5DA06722-5658-F3EA-76FF-ACA8552EEA3B}"/>
              </a:ext>
            </a:extLst>
          </p:cNvPr>
          <p:cNvSpPr/>
          <p:nvPr/>
        </p:nvSpPr>
        <p:spPr>
          <a:xfrm>
            <a:off x="8521148" y="2919896"/>
            <a:ext cx="768626" cy="1669774"/>
          </a:xfrm>
          <a:custGeom>
            <a:avLst/>
            <a:gdLst>
              <a:gd name="connsiteX0" fmla="*/ 0 w 768626"/>
              <a:gd name="connsiteY0" fmla="*/ 1669774 h 1669774"/>
              <a:gd name="connsiteX1" fmla="*/ 627269 w 768626"/>
              <a:gd name="connsiteY1" fmla="*/ 870226 h 1669774"/>
              <a:gd name="connsiteX2" fmla="*/ 768626 w 768626"/>
              <a:gd name="connsiteY2" fmla="*/ 0 h 1669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8626" h="1669774">
                <a:moveTo>
                  <a:pt x="0" y="1669774"/>
                </a:moveTo>
                <a:cubicBezTo>
                  <a:pt x="249582" y="1409148"/>
                  <a:pt x="499165" y="1148522"/>
                  <a:pt x="627269" y="870226"/>
                </a:cubicBezTo>
                <a:cubicBezTo>
                  <a:pt x="755373" y="591930"/>
                  <a:pt x="761999" y="295965"/>
                  <a:pt x="768626" y="0"/>
                </a:cubicBezTo>
              </a:path>
            </a:pathLst>
          </a:custGeom>
          <a:noFill/>
          <a:ln w="25400" cap="rnd">
            <a:solidFill>
              <a:srgbClr val="C00000"/>
            </a:solidFill>
            <a:round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70DE9BC9-F643-7543-B4E4-9F0630A58207}"/>
              </a:ext>
            </a:extLst>
          </p:cNvPr>
          <p:cNvSpPr/>
          <p:nvPr/>
        </p:nvSpPr>
        <p:spPr>
          <a:xfrm>
            <a:off x="9413461" y="2946400"/>
            <a:ext cx="587513" cy="936487"/>
          </a:xfrm>
          <a:custGeom>
            <a:avLst/>
            <a:gdLst>
              <a:gd name="connsiteX0" fmla="*/ 587513 w 587513"/>
              <a:gd name="connsiteY0" fmla="*/ 936487 h 936487"/>
              <a:gd name="connsiteX1" fmla="*/ 132522 w 587513"/>
              <a:gd name="connsiteY1" fmla="*/ 512417 h 936487"/>
              <a:gd name="connsiteX2" fmla="*/ 0 w 587513"/>
              <a:gd name="connsiteY2" fmla="*/ 0 h 936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7513" h="936487">
                <a:moveTo>
                  <a:pt x="587513" y="936487"/>
                </a:moveTo>
                <a:cubicBezTo>
                  <a:pt x="408977" y="802492"/>
                  <a:pt x="230441" y="668498"/>
                  <a:pt x="132522" y="512417"/>
                </a:cubicBezTo>
                <a:cubicBezTo>
                  <a:pt x="34603" y="356336"/>
                  <a:pt x="17301" y="178168"/>
                  <a:pt x="0" y="0"/>
                </a:cubicBezTo>
              </a:path>
            </a:pathLst>
          </a:custGeom>
          <a:noFill/>
          <a:ln w="25400" cap="rnd">
            <a:solidFill>
              <a:srgbClr val="C00000"/>
            </a:solidFill>
            <a:round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F333B6A7-A4ED-ADB9-35B0-6F447D1B84E3}"/>
              </a:ext>
            </a:extLst>
          </p:cNvPr>
          <p:cNvSpPr/>
          <p:nvPr/>
        </p:nvSpPr>
        <p:spPr>
          <a:xfrm>
            <a:off x="9015896" y="2193005"/>
            <a:ext cx="649416" cy="567865"/>
          </a:xfrm>
          <a:custGeom>
            <a:avLst/>
            <a:gdLst>
              <a:gd name="connsiteX0" fmla="*/ 110434 w 649416"/>
              <a:gd name="connsiteY0" fmla="*/ 541360 h 567865"/>
              <a:gd name="connsiteX1" fmla="*/ 0 w 649416"/>
              <a:gd name="connsiteY1" fmla="*/ 316073 h 567865"/>
              <a:gd name="connsiteX2" fmla="*/ 110434 w 649416"/>
              <a:gd name="connsiteY2" fmla="*/ 51030 h 567865"/>
              <a:gd name="connsiteX3" fmla="*/ 521252 w 649416"/>
              <a:gd name="connsiteY3" fmla="*/ 28943 h 567865"/>
              <a:gd name="connsiteX4" fmla="*/ 649356 w 649416"/>
              <a:gd name="connsiteY4" fmla="*/ 369082 h 567865"/>
              <a:gd name="connsiteX5" fmla="*/ 534504 w 649416"/>
              <a:gd name="connsiteY5" fmla="*/ 567865 h 56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416" h="567865">
                <a:moveTo>
                  <a:pt x="110434" y="541360"/>
                </a:moveTo>
                <a:cubicBezTo>
                  <a:pt x="55217" y="469577"/>
                  <a:pt x="0" y="397795"/>
                  <a:pt x="0" y="316073"/>
                </a:cubicBezTo>
                <a:cubicBezTo>
                  <a:pt x="0" y="234351"/>
                  <a:pt x="23559" y="98885"/>
                  <a:pt x="110434" y="51030"/>
                </a:cubicBezTo>
                <a:cubicBezTo>
                  <a:pt x="197309" y="3175"/>
                  <a:pt x="431432" y="-24066"/>
                  <a:pt x="521252" y="28943"/>
                </a:cubicBezTo>
                <a:cubicBezTo>
                  <a:pt x="611072" y="81952"/>
                  <a:pt x="647147" y="279262"/>
                  <a:pt x="649356" y="369082"/>
                </a:cubicBezTo>
                <a:cubicBezTo>
                  <a:pt x="651565" y="458902"/>
                  <a:pt x="593034" y="513383"/>
                  <a:pt x="534504" y="567865"/>
                </a:cubicBezTo>
              </a:path>
            </a:pathLst>
          </a:custGeom>
          <a:noFill/>
          <a:ln w="25400" cap="rnd">
            <a:solidFill>
              <a:srgbClr val="C00000"/>
            </a:solidFill>
            <a:round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1A9E21F-57B1-B095-EC90-DCAD47422639}"/>
                  </a:ext>
                </a:extLst>
              </p:cNvPr>
              <p:cNvSpPr txBox="1"/>
              <p:nvPr/>
            </p:nvSpPr>
            <p:spPr>
              <a:xfrm>
                <a:off x="9647283" y="3148955"/>
                <a:ext cx="523413" cy="4165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FBF46C6-0ED0-7F6D-A43F-2ABB63516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7283" y="3148955"/>
                <a:ext cx="523413" cy="416524"/>
              </a:xfrm>
              <a:prstGeom prst="rect">
                <a:avLst/>
              </a:prstGeom>
              <a:blipFill>
                <a:blip r:embed="rId8"/>
                <a:stretch>
                  <a:fillRect l="-11905" t="-39394" r="-7143" b="-12121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885F1FC-611C-CC3D-7C77-FEBC0D7F6EAF}"/>
                  </a:ext>
                </a:extLst>
              </p:cNvPr>
              <p:cNvSpPr txBox="1"/>
              <p:nvPr/>
            </p:nvSpPr>
            <p:spPr>
              <a:xfrm>
                <a:off x="8943219" y="3990468"/>
                <a:ext cx="523413" cy="4165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B856E46-BE5A-4582-3FCA-9FFD308E9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219" y="3990468"/>
                <a:ext cx="523413" cy="416524"/>
              </a:xfrm>
              <a:prstGeom prst="rect">
                <a:avLst/>
              </a:prstGeom>
              <a:blipFill>
                <a:blip r:embed="rId9"/>
                <a:stretch>
                  <a:fillRect l="-14286" t="-38235" r="-4762" b="-8824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75C06AB-F56B-EF58-EF66-BD849400B648}"/>
                  </a:ext>
                </a:extLst>
              </p:cNvPr>
              <p:cNvSpPr txBox="1"/>
              <p:nvPr/>
            </p:nvSpPr>
            <p:spPr>
              <a:xfrm>
                <a:off x="8053684" y="3706649"/>
                <a:ext cx="523412" cy="4165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B5EDA33-F254-C634-2B9B-097CDA0BB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684" y="3706649"/>
                <a:ext cx="523412" cy="416524"/>
              </a:xfrm>
              <a:prstGeom prst="rect">
                <a:avLst/>
              </a:prstGeom>
              <a:blipFill>
                <a:blip r:embed="rId10"/>
                <a:stretch>
                  <a:fillRect l="-14286" t="-38235" r="-4762" b="-1176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F089B-86AE-C4D5-723D-F450984B0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914645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E22E9-28BB-E58A-B293-B4CE56D17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FFB99-1370-9D65-1F73-E2238E9DC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Partial inductance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139CDD-124A-8716-FFD8-B0C14159E8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0" noProof="0"/>
                  <a:t>The induced voltages on the </a:t>
                </a:r>
                <a:r>
                  <a:rPr lang="en-US" noProof="0"/>
                  <a:t>4 sides are</a:t>
                </a:r>
              </a:p>
              <a:p>
                <a:pPr marL="0" indent="0">
                  <a:buNone/>
                </a:pPr>
                <a:endParaRPr lang="en-US" noProof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34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42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43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44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f>
                        <m:f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0" noProof="0" dirty="0"/>
              </a:p>
              <a:p>
                <a:pPr marL="0" indent="0">
                  <a:buNone/>
                </a:pPr>
                <a:endParaRPr lang="en-US" b="0" noProof="0" dirty="0"/>
              </a:p>
              <a:p>
                <a:pPr marL="0" indent="0">
                  <a:buNone/>
                </a:pPr>
                <a:r>
                  <a:rPr lang="en-US" noProof="0" dirty="0"/>
                  <a:t>And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noProof="0" dirty="0"/>
                  <a:t> and </a:t>
                </a:r>
                <a14:m>
                  <m:oMath xmlns:m="http://schemas.openxmlformats.org/officeDocument/2006/math"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noProof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b="0" noProof="0" dirty="0"/>
                  <a:t> we obtain the loop inductance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139CDD-124A-8716-FFD8-B0C14159E8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riangle 3">
            <a:extLst>
              <a:ext uri="{FF2B5EF4-FFF2-40B4-BE49-F238E27FC236}">
                <a16:creationId xmlns:a16="http://schemas.microsoft.com/office/drawing/2014/main" id="{3CC49A9C-A000-03A6-54B5-C2B23800760D}"/>
              </a:ext>
            </a:extLst>
          </p:cNvPr>
          <p:cNvSpPr/>
          <p:nvPr/>
        </p:nvSpPr>
        <p:spPr>
          <a:xfrm flipV="1">
            <a:off x="3759200" y="2667000"/>
            <a:ext cx="4406900" cy="2108200"/>
          </a:xfrm>
          <a:prstGeom prst="triangle">
            <a:avLst>
              <a:gd name="adj" fmla="val 100000"/>
            </a:avLst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5316C-9297-FB6C-5B36-11CE9571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316226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4D32-0526-E0DA-5C15-867572203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Partial</a:t>
            </a:r>
            <a:r>
              <a:rPr lang="it-IT" dirty="0"/>
              <a:t> </a:t>
            </a:r>
            <a:r>
              <a:rPr lang="it-IT" dirty="0" err="1"/>
              <a:t>inductances</a:t>
            </a:r>
            <a:r>
              <a:rPr lang="it-IT" dirty="0"/>
              <a:t>: </a:t>
            </a:r>
            <a:r>
              <a:rPr lang="it-IT" dirty="0" err="1"/>
              <a:t>calculation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4AB969F-1AFC-09E9-67AE-0168B34042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220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noProof="0" dirty="0"/>
                  <a:t>The magnetic vector potential due</a:t>
                </a:r>
              </a:p>
              <a:p>
                <a:pPr marL="0" indent="228600">
                  <a:buNone/>
                </a:pPr>
                <a:r>
                  <a:rPr lang="en-US" noProof="0" dirty="0"/>
                  <a:t>to a current in a segment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noProof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it-IT" b="0" i="1" noProof="0" dirty="0" smtClean="0"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  <m:r>
                        <a:rPr lang="it-IT" b="0" i="1" noProof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noProof="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b="0" i="1" noProof="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noProof="0" dirty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it-IT" b="0" i="1" noProof="0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it-IT" b="0" i="1" noProof="0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it-IT" b="0" i="1" noProof="0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it-IT" b="0" i="1" noProof="0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it-IT" b="0" i="1" noProof="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noProof="0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it-IT" b="0" i="1" noProof="0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f>
                            <m:fPr>
                              <m:ctrlPr>
                                <a:rPr lang="it-IT" b="0" i="1" noProof="0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b="0" i="1" noProof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𝑘𝑗</m:t>
                                  </m:r>
                                </m:sub>
                              </m:sSub>
                            </m:den>
                          </m:f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it-IT" b="0" i="1" noProof="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it-IT" b="0" i="1" noProof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b="0" i="1" noProof="0" dirty="0" smtClean="0">
                                      <a:latin typeface="Cambria Math" panose="02040503050406030204" pitchFamily="18" charset="0"/>
                                    </a:rPr>
                                    <m:t>𝑑𝑙</m:t>
                                  </m:r>
                                </m:e>
                              </m:acc>
                            </m:e>
                            <m:sub>
                              <m:r>
                                <a:rPr lang="it-IT" b="0" i="1" noProof="0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it-IT" b="0" i="1" noProof="0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noProof="0" dirty="0"/>
              </a:p>
              <a:p>
                <a:r>
                  <a:rPr lang="en-US" dirty="0"/>
                  <a:t>Neumann formula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noProof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b="0" i="1" noProof="0" smtClean="0">
                              <a:latin typeface="Cambria Math" panose="02040503050406030204" pitchFamily="18" charset="0"/>
                            </a:rPr>
                            <m:t>𝑝𝑘𝑗</m:t>
                          </m:r>
                        </m:sub>
                      </m:sSub>
                      <m:r>
                        <a:rPr lang="it-IT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nary>
                        <m:naryPr>
                          <m:supHide m:val="on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nary>
                                <m:naryPr>
                                  <m:supHide m:val="on"/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f>
                                    <m:f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𝑘𝑗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it-IT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𝑑𝑙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it-IT" b="0" i="1" dirty="0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𝑑𝑙</m:t>
                              </m:r>
                            </m:e>
                          </m:acc>
                        </m:e>
                      </m:nary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𝑑𝑙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𝑑𝑙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𝑘𝑗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𝑝𝑗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𝑝𝑘𝑘</m:t>
                          </m:r>
                        </m:sub>
                      </m:sSub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𝑑𝑙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it-IT" b="0" i="1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𝑑𝑙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it-IT" b="0" i="1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4AB969F-1AFC-09E9-67AE-0168B34042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22000" cy="4351338"/>
              </a:xfrm>
              <a:blipFill>
                <a:blip r:embed="rId2"/>
                <a:stretch>
                  <a:fillRect l="-1047" t="-23837" b="-558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9F6800F-EF20-D1DC-1952-500FC6AFF020}"/>
              </a:ext>
            </a:extLst>
          </p:cNvPr>
          <p:cNvSpPr txBox="1"/>
          <p:nvPr/>
        </p:nvSpPr>
        <p:spPr>
          <a:xfrm>
            <a:off x="8458200" y="5257800"/>
            <a:ext cx="1555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Singular!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B5216D-2200-9F67-A343-B89BF52EEE08}"/>
              </a:ext>
            </a:extLst>
          </p:cNvPr>
          <p:cNvCxnSpPr/>
          <p:nvPr/>
        </p:nvCxnSpPr>
        <p:spPr>
          <a:xfrm flipV="1">
            <a:off x="9880600" y="1840310"/>
            <a:ext cx="1651000" cy="1143794"/>
          </a:xfrm>
          <a:prstGeom prst="line">
            <a:avLst/>
          </a:prstGeom>
          <a:ln w="25400" cap="rnd">
            <a:solidFill>
              <a:schemeClr val="tx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AF65CB-4BB5-DF33-7AC6-E775447DE8BE}"/>
              </a:ext>
            </a:extLst>
          </p:cNvPr>
          <p:cNvCxnSpPr>
            <a:cxnSpLocks/>
          </p:cNvCxnSpPr>
          <p:nvPr/>
        </p:nvCxnSpPr>
        <p:spPr>
          <a:xfrm flipV="1">
            <a:off x="10502900" y="2343150"/>
            <a:ext cx="304800" cy="207567"/>
          </a:xfrm>
          <a:prstGeom prst="straightConnector1">
            <a:avLst/>
          </a:prstGeom>
          <a:ln cap="rnd">
            <a:solidFill>
              <a:schemeClr val="tx1"/>
            </a:solidFill>
            <a:round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15EA492-7CBA-2AC3-14F6-0D2ABA54FF74}"/>
              </a:ext>
            </a:extLst>
          </p:cNvPr>
          <p:cNvCxnSpPr>
            <a:cxnSpLocks/>
          </p:cNvCxnSpPr>
          <p:nvPr/>
        </p:nvCxnSpPr>
        <p:spPr>
          <a:xfrm flipH="1">
            <a:off x="10287000" y="1495168"/>
            <a:ext cx="86313" cy="1209932"/>
          </a:xfrm>
          <a:prstGeom prst="line">
            <a:avLst/>
          </a:prstGeom>
          <a:ln cap="rnd">
            <a:solidFill>
              <a:srgbClr val="C00000"/>
            </a:solidFill>
            <a:prstDash val="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8A34F4-348E-9854-DF26-3FDB42357B4B}"/>
                  </a:ext>
                </a:extLst>
              </p:cNvPr>
              <p:cNvSpPr txBox="1"/>
              <p:nvPr/>
            </p:nvSpPr>
            <p:spPr>
              <a:xfrm>
                <a:off x="10910476" y="2289756"/>
                <a:ext cx="259174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8A34F4-348E-9854-DF26-3FDB42357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0476" y="2289756"/>
                <a:ext cx="259174" cy="399084"/>
              </a:xfrm>
              <a:prstGeom prst="rect">
                <a:avLst/>
              </a:prstGeom>
              <a:blipFill>
                <a:blip r:embed="rId3"/>
                <a:stretch>
                  <a:fillRect l="-28571" r="-19048" b="-2812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077DBE0-6CC5-C226-3665-3FE89F784FBE}"/>
                  </a:ext>
                </a:extLst>
              </p:cNvPr>
              <p:cNvSpPr txBox="1"/>
              <p:nvPr/>
            </p:nvSpPr>
            <p:spPr>
              <a:xfrm>
                <a:off x="10111602" y="2840037"/>
                <a:ext cx="437107" cy="462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400" i="1">
                                  <a:latin typeface="Cambria Math" panose="02040503050406030204" pitchFamily="18" charset="0"/>
                                </a:rPr>
                                <m:t>𝑑𝑙</m:t>
                              </m:r>
                            </m:e>
                          </m:acc>
                        </m:e>
                        <m:sub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077DBE0-6CC5-C226-3665-3FE89F784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1602" y="2840037"/>
                <a:ext cx="437107" cy="462178"/>
              </a:xfrm>
              <a:prstGeom prst="rect">
                <a:avLst/>
              </a:prstGeom>
              <a:blipFill>
                <a:blip r:embed="rId4"/>
                <a:stretch>
                  <a:fillRect l="-17143" r="-11429" b="-2105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D12DF93C-078B-1B93-28DC-F4CC3F9CADAB}"/>
              </a:ext>
            </a:extLst>
          </p:cNvPr>
          <p:cNvSpPr/>
          <p:nvPr/>
        </p:nvSpPr>
        <p:spPr>
          <a:xfrm>
            <a:off x="10330155" y="1431154"/>
            <a:ext cx="88900" cy="9104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B6A80B2-90AD-BA5D-CB82-4CBC78CC8B2F}"/>
              </a:ext>
            </a:extLst>
          </p:cNvPr>
          <p:cNvSpPr/>
          <p:nvPr/>
        </p:nvSpPr>
        <p:spPr>
          <a:xfrm>
            <a:off x="11507493" y="1794787"/>
            <a:ext cx="88900" cy="9104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B448DB5-E37B-2658-2573-14123D836B01}"/>
              </a:ext>
            </a:extLst>
          </p:cNvPr>
          <p:cNvSpPr/>
          <p:nvPr/>
        </p:nvSpPr>
        <p:spPr>
          <a:xfrm>
            <a:off x="9836150" y="2938581"/>
            <a:ext cx="88900" cy="9104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01ED749-A870-7B28-0B4F-E62DF447295B}"/>
                  </a:ext>
                </a:extLst>
              </p:cNvPr>
              <p:cNvSpPr txBox="1"/>
              <p:nvPr/>
            </p:nvSpPr>
            <p:spPr>
              <a:xfrm>
                <a:off x="9763199" y="1848960"/>
                <a:ext cx="515334" cy="399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𝑘𝑗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01ED749-A870-7B28-0B4F-E62DF4472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3199" y="1848960"/>
                <a:ext cx="515334" cy="399084"/>
              </a:xfrm>
              <a:prstGeom prst="rect">
                <a:avLst/>
              </a:prstGeom>
              <a:blipFill>
                <a:blip r:embed="rId5"/>
                <a:stretch>
                  <a:fillRect l="-11905" r="-9524" b="-242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5850323-41CF-886B-D720-AB5C36A6BF27}"/>
                  </a:ext>
                </a:extLst>
              </p:cNvPr>
              <p:cNvSpPr txBox="1"/>
              <p:nvPr/>
            </p:nvSpPr>
            <p:spPr>
              <a:xfrm>
                <a:off x="10465942" y="1305925"/>
                <a:ext cx="2414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5850323-41CF-886B-D720-AB5C36A6B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5942" y="1305925"/>
                <a:ext cx="241476" cy="369332"/>
              </a:xfrm>
              <a:prstGeom prst="rect">
                <a:avLst/>
              </a:prstGeom>
              <a:blipFill>
                <a:blip r:embed="rId6"/>
                <a:stretch>
                  <a:fillRect l="-36842" r="-31579"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8985C2-A8B9-D323-2DD2-9BAC9CE96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213692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9B9F-8CFD-88CB-AE88-152188888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Partial</a:t>
            </a:r>
            <a:r>
              <a:rPr lang="it-IT" dirty="0"/>
              <a:t> </a:t>
            </a:r>
            <a:r>
              <a:rPr lang="it-IT" dirty="0" err="1"/>
              <a:t>inductances</a:t>
            </a:r>
            <a:r>
              <a:rPr lang="it-IT" dirty="0"/>
              <a:t>: </a:t>
            </a:r>
            <a:r>
              <a:rPr lang="it-IT" dirty="0" err="1"/>
              <a:t>calculation</a:t>
            </a:r>
            <a:endParaRPr lang="en-US" dirty="0"/>
          </a:p>
        </p:txBody>
      </p:sp>
      <p:pic>
        <p:nvPicPr>
          <p:cNvPr id="8" name="Content Placeholder 4" descr="A diagram of a rectangular object with lines and points&#10;&#10;AI-generated content may be incorrect.">
            <a:extLst>
              <a:ext uri="{FF2B5EF4-FFF2-40B4-BE49-F238E27FC236}">
                <a16:creationId xmlns:a16="http://schemas.microsoft.com/office/drawing/2014/main" id="{4F31BE36-B821-F2D4-BEE9-79E6A3F79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085" y="1538288"/>
            <a:ext cx="6065915" cy="4156074"/>
          </a:xfrm>
          <a:prstGeom prst="rect">
            <a:avLst/>
          </a:prstGeom>
        </p:spPr>
      </p:pic>
      <p:pic>
        <p:nvPicPr>
          <p:cNvPr id="13" name="Content Placeholder 9" descr="A mathematical equations with numbers&#10;&#10;AI-generated content may be incorrect.">
            <a:extLst>
              <a:ext uri="{FF2B5EF4-FFF2-40B4-BE49-F238E27FC236}">
                <a16:creationId xmlns:a16="http://schemas.microsoft.com/office/drawing/2014/main" id="{EEFAE9AE-1459-7CA1-1852-7C05E7EC8F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492" b="37103"/>
          <a:stretch/>
        </p:blipFill>
        <p:spPr>
          <a:xfrm>
            <a:off x="126773" y="2493169"/>
            <a:ext cx="6426427" cy="1509712"/>
          </a:xfrm>
          <a:prstGeom prst="rect">
            <a:avLst/>
          </a:prstGeom>
        </p:spPr>
      </p:pic>
      <p:pic>
        <p:nvPicPr>
          <p:cNvPr id="18" name="Content Placeholder 14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88C0ED0B-F0CF-5291-27FB-554374A28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23" y="4002881"/>
            <a:ext cx="4495800" cy="10287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1ACE6A3-5163-3122-4947-2CE55121051E}"/>
              </a:ext>
            </a:extLst>
          </p:cNvPr>
          <p:cNvSpPr txBox="1"/>
          <p:nvPr/>
        </p:nvSpPr>
        <p:spPr>
          <a:xfrm>
            <a:off x="603023" y="5859462"/>
            <a:ext cx="4034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C. Paul, Inductance - Loop and Partial, Wiley 2010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25145E-901A-BCA1-6AF3-D2A2E725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2863358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EC2A8-591A-4D61-8448-4C6A4DB7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1924D-16A1-76CC-03E2-D2F826365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Partial</a:t>
            </a:r>
            <a:r>
              <a:rPr lang="it-IT" dirty="0"/>
              <a:t> </a:t>
            </a:r>
            <a:r>
              <a:rPr lang="it-IT" dirty="0" err="1"/>
              <a:t>inductances</a:t>
            </a:r>
            <a:r>
              <a:rPr lang="it-IT" dirty="0"/>
              <a:t>: </a:t>
            </a:r>
            <a:r>
              <a:rPr lang="it-IT" dirty="0" err="1"/>
              <a:t>calculation</a:t>
            </a:r>
            <a:endParaRPr lang="en-US" dirty="0"/>
          </a:p>
        </p:txBody>
      </p:sp>
      <p:pic>
        <p:nvPicPr>
          <p:cNvPr id="4" name="Picture 3" descr="A diagram of a plane containing a triangle&#10;&#10;AI-generated content may be incorrect.">
            <a:extLst>
              <a:ext uri="{FF2B5EF4-FFF2-40B4-BE49-F238E27FC236}">
                <a16:creationId xmlns:a16="http://schemas.microsoft.com/office/drawing/2014/main" id="{2ADCD481-16AF-9380-30DE-652FF29E9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334" y="1482726"/>
            <a:ext cx="6014666" cy="4095750"/>
          </a:xfrm>
          <a:prstGeom prst="rect">
            <a:avLst/>
          </a:prstGeom>
        </p:spPr>
      </p:pic>
      <p:pic>
        <p:nvPicPr>
          <p:cNvPr id="6" name="Picture 5" descr="A mathematical equations on a white background&#10;&#10;AI-generated content may be incorrect.">
            <a:extLst>
              <a:ext uri="{FF2B5EF4-FFF2-40B4-BE49-F238E27FC236}">
                <a16:creationId xmlns:a16="http://schemas.microsoft.com/office/drawing/2014/main" id="{EC077B7F-D671-164F-27EB-699D318FB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81200"/>
            <a:ext cx="7073900" cy="1346200"/>
          </a:xfrm>
          <a:prstGeom prst="rect">
            <a:avLst/>
          </a:prstGeom>
        </p:spPr>
      </p:pic>
      <p:pic>
        <p:nvPicPr>
          <p:cNvPr id="9" name="Picture 8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4806293D-3024-9F80-54C9-9700875C9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0" y="3475037"/>
            <a:ext cx="4610100" cy="2819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80BD61-5689-3522-9986-35D05762FBD1}"/>
              </a:ext>
            </a:extLst>
          </p:cNvPr>
          <p:cNvSpPr txBox="1"/>
          <p:nvPr/>
        </p:nvSpPr>
        <p:spPr>
          <a:xfrm>
            <a:off x="183923" y="6338986"/>
            <a:ext cx="40347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C. Paul, Inductance - Loop and Partial, Wiley 2010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FB8D3-CA24-84B6-4B3A-0CD8E957E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2451678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D1AC8-FD75-DB8E-329B-213789D9C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EB2A-EE0D-810F-D706-854D4AE61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Partial</a:t>
            </a:r>
            <a:r>
              <a:rPr lang="it-IT" dirty="0"/>
              <a:t> </a:t>
            </a:r>
            <a:r>
              <a:rPr lang="it-IT" dirty="0" err="1"/>
              <a:t>inductances</a:t>
            </a:r>
            <a:r>
              <a:rPr lang="it-IT" dirty="0"/>
              <a:t>: </a:t>
            </a:r>
            <a:r>
              <a:rPr lang="it-IT" dirty="0" err="1"/>
              <a:t>calculation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5C0C5-0DBC-00D2-3ED5-0987634EB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72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Different analytic formulas for</a:t>
            </a:r>
          </a:p>
          <a:p>
            <a:r>
              <a:rPr lang="en-US" dirty="0"/>
              <a:t>Parallel wires</a:t>
            </a:r>
          </a:p>
          <a:p>
            <a:r>
              <a:rPr lang="en-US" dirty="0"/>
              <a:t>Parallel wires that are offset</a:t>
            </a:r>
          </a:p>
          <a:p>
            <a:r>
              <a:rPr lang="en-US" dirty="0"/>
              <a:t>Aligned with offset wires</a:t>
            </a:r>
          </a:p>
          <a:p>
            <a:r>
              <a:rPr lang="en-US" dirty="0"/>
              <a:t>Aligned touching</a:t>
            </a:r>
          </a:p>
          <a:p>
            <a:r>
              <a:rPr lang="en-US" dirty="0"/>
              <a:t>Wires at an Angle to each other join at a common point</a:t>
            </a:r>
          </a:p>
          <a:p>
            <a:r>
              <a:rPr lang="en-US" dirty="0"/>
              <a:t>Wires at an Angle to each other not touching</a:t>
            </a:r>
          </a:p>
          <a:p>
            <a:r>
              <a:rPr lang="en-US" dirty="0"/>
              <a:t>Wires skewed and displaced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Or: numerical evaluation of the Neumann formula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BF35F-D5AD-9F25-5CFA-0B937E9F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423198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9E5E7-88FD-B45D-0EBE-E1C3B77D7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Cable modelling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ontent Placeholder 78">
                <a:extLst>
                  <a:ext uri="{FF2B5EF4-FFF2-40B4-BE49-F238E27FC236}">
                    <a16:creationId xmlns:a16="http://schemas.microsoft.com/office/drawing/2014/main" id="{A4357EC3-98E5-84EE-610E-3F6B31ACCE7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But: can we model the cable length with only one element?</a:t>
                </a:r>
              </a:p>
              <a:p>
                <a:r>
                  <a:rPr lang="en-US" dirty="0"/>
                  <a:t>Match the geometry (joints, curves…)</a:t>
                </a:r>
              </a:p>
              <a:p>
                <a:r>
                  <a:rPr lang="en-US" dirty="0"/>
                  <a:t>Catch physical phenomena (quench,…)</a:t>
                </a:r>
              </a:p>
              <a:p>
                <a:r>
                  <a:rPr lang="en-US" dirty="0"/>
                  <a:t>Wavelength: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Content Placeholder 78">
                <a:extLst>
                  <a:ext uri="{FF2B5EF4-FFF2-40B4-BE49-F238E27FC236}">
                    <a16:creationId xmlns:a16="http://schemas.microsoft.com/office/drawing/2014/main" id="{A4357EC3-98E5-84EE-610E-3F6B31ACCE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445" t="-23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DE4B9480-447F-9451-63CC-20766ED49BB7}"/>
              </a:ext>
            </a:extLst>
          </p:cNvPr>
          <p:cNvGrpSpPr/>
          <p:nvPr/>
        </p:nvGrpSpPr>
        <p:grpSpPr>
          <a:xfrm>
            <a:off x="4294729" y="2982004"/>
            <a:ext cx="270000" cy="1620001"/>
            <a:chOff x="6845395" y="3360701"/>
            <a:chExt cx="270000" cy="1620001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063B8B1-7C33-1116-D01B-4E7A9FCA94B1}"/>
                </a:ext>
              </a:extLst>
            </p:cNvPr>
            <p:cNvSpPr/>
            <p:nvPr/>
          </p:nvSpPr>
          <p:spPr>
            <a:xfrm>
              <a:off x="6845395" y="3900702"/>
              <a:ext cx="270000" cy="540000"/>
            </a:xfrm>
            <a:prstGeom prst="roundRect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2A4A9A9-2338-DA7D-10E1-E7D311962EAF}"/>
                </a:ext>
              </a:extLst>
            </p:cNvPr>
            <p:cNvCxnSpPr>
              <a:cxnSpLocks/>
            </p:cNvCxnSpPr>
            <p:nvPr/>
          </p:nvCxnSpPr>
          <p:spPr>
            <a:xfrm>
              <a:off x="6980395" y="3360701"/>
              <a:ext cx="0" cy="54000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AD95312-45AB-7D61-C857-455EC15DC3CA}"/>
                </a:ext>
              </a:extLst>
            </p:cNvPr>
            <p:cNvCxnSpPr>
              <a:cxnSpLocks/>
            </p:cNvCxnSpPr>
            <p:nvPr/>
          </p:nvCxnSpPr>
          <p:spPr>
            <a:xfrm>
              <a:off x="6980395" y="4440702"/>
              <a:ext cx="0" cy="54000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7491DE5-DADA-804D-A206-4F64980D4FCC}"/>
              </a:ext>
            </a:extLst>
          </p:cNvPr>
          <p:cNvGrpSpPr/>
          <p:nvPr/>
        </p:nvGrpSpPr>
        <p:grpSpPr>
          <a:xfrm>
            <a:off x="1231064" y="2982004"/>
            <a:ext cx="450000" cy="1618202"/>
            <a:chOff x="5008087" y="2683795"/>
            <a:chExt cx="450000" cy="161820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60966D7-1012-C5AD-6DB2-CFFE5AD2EA84}"/>
                </a:ext>
              </a:extLst>
            </p:cNvPr>
            <p:cNvGrpSpPr/>
            <p:nvPr/>
          </p:nvGrpSpPr>
          <p:grpSpPr>
            <a:xfrm>
              <a:off x="5008087" y="2683795"/>
              <a:ext cx="450000" cy="1618202"/>
              <a:chOff x="5871000" y="2621427"/>
              <a:chExt cx="450000" cy="1618202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90DDBC9-AD31-39B1-5749-6508EFE6B375}"/>
                  </a:ext>
                </a:extLst>
              </p:cNvPr>
              <p:cNvSpPr/>
              <p:nvPr/>
            </p:nvSpPr>
            <p:spPr>
              <a:xfrm>
                <a:off x="5871000" y="3206427"/>
                <a:ext cx="450000" cy="450000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BBA9E4A-6EAC-17BC-34D5-42E5AEA506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2621427"/>
                <a:ext cx="0" cy="58500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93CF5DC7-EC44-B4F2-CF63-83204190F1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3654629"/>
                <a:ext cx="0" cy="58500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1DF9BF-1BC3-F03E-E9B1-41C14120AF75}"/>
                  </a:ext>
                </a:extLst>
              </p:cNvPr>
              <p:cNvSpPr txBox="1"/>
              <p:nvPr/>
            </p:nvSpPr>
            <p:spPr>
              <a:xfrm>
                <a:off x="5941345" y="3144059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b="1"/>
                  <a:t>+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647FC8-C45A-942E-CEBA-0B17762F863A}"/>
                </a:ext>
              </a:extLst>
            </p:cNvPr>
            <p:cNvSpPr txBox="1"/>
            <p:nvPr/>
          </p:nvSpPr>
          <p:spPr>
            <a:xfrm>
              <a:off x="5101282" y="3411831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b="1"/>
                <a:t>-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C299181-A284-AF9E-D297-88C76886F518}"/>
                  </a:ext>
                </a:extLst>
              </p:cNvPr>
              <p:cNvSpPr txBox="1"/>
              <p:nvPr/>
            </p:nvSpPr>
            <p:spPr>
              <a:xfrm>
                <a:off x="552161" y="3607338"/>
                <a:ext cx="6073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C299181-A284-AF9E-D297-88C76886F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161" y="3607338"/>
                <a:ext cx="607346" cy="369332"/>
              </a:xfrm>
              <a:prstGeom prst="rect">
                <a:avLst/>
              </a:prstGeom>
              <a:blipFill>
                <a:blip r:embed="rId3"/>
                <a:stretch>
                  <a:fillRect l="-6122" t="-3448" r="-16327" b="-3448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534EEE-EBF8-3683-4B62-19938027BE2C}"/>
                  </a:ext>
                </a:extLst>
              </p:cNvPr>
              <p:cNvSpPr txBox="1"/>
              <p:nvPr/>
            </p:nvSpPr>
            <p:spPr>
              <a:xfrm>
                <a:off x="4685750" y="3607338"/>
                <a:ext cx="6830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𝑙𝑜𝑎𝑑</m:t>
                      </m:r>
                    </m:oMath>
                  </m:oMathPara>
                </a14:m>
                <a:endParaRPr lang="en-IT" sz="240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A534EEE-EBF8-3683-4B62-19938027B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750" y="3607338"/>
                <a:ext cx="683007" cy="369332"/>
              </a:xfrm>
              <a:prstGeom prst="rect">
                <a:avLst/>
              </a:prstGeom>
              <a:blipFill>
                <a:blip r:embed="rId4"/>
                <a:stretch>
                  <a:fillRect l="-12963" r="-11111" b="-68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02A97FE1-FE5A-19CA-EC9E-4323CC82069B}"/>
              </a:ext>
            </a:extLst>
          </p:cNvPr>
          <p:cNvGrpSpPr/>
          <p:nvPr/>
        </p:nvGrpSpPr>
        <p:grpSpPr>
          <a:xfrm>
            <a:off x="1459933" y="2894694"/>
            <a:ext cx="2969796" cy="179614"/>
            <a:chOff x="1510733" y="3003390"/>
            <a:chExt cx="2969796" cy="179614"/>
          </a:xfrm>
        </p:grpSpPr>
        <p:sp>
          <p:nvSpPr>
            <p:cNvPr id="19" name="Can 18">
              <a:extLst>
                <a:ext uri="{FF2B5EF4-FFF2-40B4-BE49-F238E27FC236}">
                  <a16:creationId xmlns:a16="http://schemas.microsoft.com/office/drawing/2014/main" id="{BAB96C8F-5AB6-0CB0-FD84-DE801BC47751}"/>
                </a:ext>
              </a:extLst>
            </p:cNvPr>
            <p:cNvSpPr/>
            <p:nvPr/>
          </p:nvSpPr>
          <p:spPr>
            <a:xfrm rot="16200000">
              <a:off x="2916536" y="2159011"/>
              <a:ext cx="179614" cy="1868372"/>
            </a:xfrm>
            <a:prstGeom prst="can">
              <a:avLst>
                <a:gd name="adj" fmla="val 62992"/>
              </a:avLst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1ABFE66-EA58-03D3-B162-C8A3EC95F749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1510733" y="3086193"/>
              <a:ext cx="674566" cy="7004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9FA9799-B1B1-D20E-A1B3-8E5038BBEFAB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3940529" y="3093197"/>
              <a:ext cx="5400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AE41912-C65E-2479-8778-B47A89B8D7F2}"/>
              </a:ext>
            </a:extLst>
          </p:cNvPr>
          <p:cNvGrpSpPr/>
          <p:nvPr/>
        </p:nvGrpSpPr>
        <p:grpSpPr>
          <a:xfrm>
            <a:off x="1455458" y="4528031"/>
            <a:ext cx="2969796" cy="179614"/>
            <a:chOff x="1510733" y="3003390"/>
            <a:chExt cx="2969796" cy="179614"/>
          </a:xfrm>
        </p:grpSpPr>
        <p:sp>
          <p:nvSpPr>
            <p:cNvPr id="23" name="Can 22">
              <a:extLst>
                <a:ext uri="{FF2B5EF4-FFF2-40B4-BE49-F238E27FC236}">
                  <a16:creationId xmlns:a16="http://schemas.microsoft.com/office/drawing/2014/main" id="{CB78B6E2-391A-941C-98E0-DB17AB431DE2}"/>
                </a:ext>
              </a:extLst>
            </p:cNvPr>
            <p:cNvSpPr/>
            <p:nvPr/>
          </p:nvSpPr>
          <p:spPr>
            <a:xfrm rot="16200000">
              <a:off x="2916536" y="2159011"/>
              <a:ext cx="179614" cy="1868372"/>
            </a:xfrm>
            <a:prstGeom prst="can">
              <a:avLst>
                <a:gd name="adj" fmla="val 62992"/>
              </a:avLst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29A3633-D590-5428-1C65-97BC352CA50B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1510733" y="3086193"/>
              <a:ext cx="674566" cy="7004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D3AE678-08D0-BD78-4E71-F4659DC2DDA3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3940529" y="3093197"/>
              <a:ext cx="540000" cy="0"/>
            </a:xfrm>
            <a:prstGeom prst="line">
              <a:avLst/>
            </a:prstGeom>
            <a:ln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0717898-CAE3-D685-FD40-910B6EBDE8A1}"/>
              </a:ext>
            </a:extLst>
          </p:cNvPr>
          <p:cNvGrpSpPr/>
          <p:nvPr/>
        </p:nvGrpSpPr>
        <p:grpSpPr>
          <a:xfrm rot="5400000">
            <a:off x="3463242" y="3818182"/>
            <a:ext cx="298977" cy="1620001"/>
            <a:chOff x="7453879" y="3360701"/>
            <a:chExt cx="298977" cy="162000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8E2E3AB-E40E-AEF1-CBDD-CF7A041D9493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7333368" y="4021213"/>
              <a:ext cx="540000" cy="298977"/>
              <a:chOff x="2887363" y="5330087"/>
              <a:chExt cx="1799966" cy="996572"/>
            </a:xfrm>
          </p:grpSpPr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82C27CF4-F5B0-0967-6E87-F1CB75E06D96}"/>
                  </a:ext>
                </a:extLst>
              </p:cNvPr>
              <p:cNvSpPr/>
              <p:nvPr/>
            </p:nvSpPr>
            <p:spPr>
              <a:xfrm>
                <a:off x="3270422" y="5330087"/>
                <a:ext cx="650789" cy="996572"/>
              </a:xfrm>
              <a:prstGeom prst="arc">
                <a:avLst>
                  <a:gd name="adj1" fmla="val 10790216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FA7208A1-425A-73C7-B46E-C9C5FEA17A20}"/>
                  </a:ext>
                </a:extLst>
              </p:cNvPr>
              <p:cNvSpPr/>
              <p:nvPr/>
            </p:nvSpPr>
            <p:spPr>
              <a:xfrm>
                <a:off x="3653481" y="5330087"/>
                <a:ext cx="650789" cy="996572"/>
              </a:xfrm>
              <a:prstGeom prst="arc">
                <a:avLst>
                  <a:gd name="adj1" fmla="val 10790216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32" name="Arc 31">
                <a:extLst>
                  <a:ext uri="{FF2B5EF4-FFF2-40B4-BE49-F238E27FC236}">
                    <a16:creationId xmlns:a16="http://schemas.microsoft.com/office/drawing/2014/main" id="{2A685CC6-3FAA-8D76-6DB2-71D14EF26204}"/>
                  </a:ext>
                </a:extLst>
              </p:cNvPr>
              <p:cNvSpPr/>
              <p:nvPr/>
            </p:nvSpPr>
            <p:spPr>
              <a:xfrm>
                <a:off x="4036540" y="5330087"/>
                <a:ext cx="650789" cy="996572"/>
              </a:xfrm>
              <a:prstGeom prst="arc">
                <a:avLst>
                  <a:gd name="adj1" fmla="val 10790216"/>
                  <a:gd name="adj2" fmla="val 21038836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33" name="Arc 32">
                <a:extLst>
                  <a:ext uri="{FF2B5EF4-FFF2-40B4-BE49-F238E27FC236}">
                    <a16:creationId xmlns:a16="http://schemas.microsoft.com/office/drawing/2014/main" id="{F5A7CA89-2CA4-3401-318D-E1CEBF68DD96}"/>
                  </a:ext>
                </a:extLst>
              </p:cNvPr>
              <p:cNvSpPr/>
              <p:nvPr/>
            </p:nvSpPr>
            <p:spPr>
              <a:xfrm>
                <a:off x="2887363" y="5330087"/>
                <a:ext cx="650789" cy="996572"/>
              </a:xfrm>
              <a:prstGeom prst="arc">
                <a:avLst>
                  <a:gd name="adj1" fmla="val 11355569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34" name="Arc 33">
                <a:extLst>
                  <a:ext uri="{FF2B5EF4-FFF2-40B4-BE49-F238E27FC236}">
                    <a16:creationId xmlns:a16="http://schemas.microsoft.com/office/drawing/2014/main" id="{93F68FD5-B5C7-F80A-50DB-F302394C6012}"/>
                  </a:ext>
                </a:extLst>
              </p:cNvPr>
              <p:cNvSpPr/>
              <p:nvPr/>
            </p:nvSpPr>
            <p:spPr>
              <a:xfrm rot="10800000">
                <a:off x="3653481" y="5454662"/>
                <a:ext cx="268140" cy="747420"/>
              </a:xfrm>
              <a:prstGeom prst="arc">
                <a:avLst>
                  <a:gd name="adj1" fmla="val 10790216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35" name="Arc 34">
                <a:extLst>
                  <a:ext uri="{FF2B5EF4-FFF2-40B4-BE49-F238E27FC236}">
                    <a16:creationId xmlns:a16="http://schemas.microsoft.com/office/drawing/2014/main" id="{AE715400-89AE-B296-8490-E57432786ACA}"/>
                  </a:ext>
                </a:extLst>
              </p:cNvPr>
              <p:cNvSpPr/>
              <p:nvPr/>
            </p:nvSpPr>
            <p:spPr>
              <a:xfrm rot="10800000">
                <a:off x="4036130" y="5454662"/>
                <a:ext cx="268140" cy="747420"/>
              </a:xfrm>
              <a:prstGeom prst="arc">
                <a:avLst>
                  <a:gd name="adj1" fmla="val 10790216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36" name="Arc 35">
                <a:extLst>
                  <a:ext uri="{FF2B5EF4-FFF2-40B4-BE49-F238E27FC236}">
                    <a16:creationId xmlns:a16="http://schemas.microsoft.com/office/drawing/2014/main" id="{54A49E23-025C-74CE-5945-AD2A40F45E4A}"/>
                  </a:ext>
                </a:extLst>
              </p:cNvPr>
              <p:cNvSpPr/>
              <p:nvPr/>
            </p:nvSpPr>
            <p:spPr>
              <a:xfrm rot="10800000">
                <a:off x="3270011" y="5454663"/>
                <a:ext cx="268140" cy="747420"/>
              </a:xfrm>
              <a:prstGeom prst="arc">
                <a:avLst>
                  <a:gd name="adj1" fmla="val 10790216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FC8D541-E4A8-F187-0443-903B0925DD95}"/>
                </a:ext>
              </a:extLst>
            </p:cNvPr>
            <p:cNvCxnSpPr>
              <a:cxnSpLocks/>
            </p:cNvCxnSpPr>
            <p:nvPr/>
          </p:nvCxnSpPr>
          <p:spPr>
            <a:xfrm>
              <a:off x="7599383" y="4440702"/>
              <a:ext cx="0" cy="540000"/>
            </a:xfrm>
            <a:prstGeom prst="line">
              <a:avLst/>
            </a:prstGeom>
            <a:ln cap="rnd">
              <a:solidFill>
                <a:srgbClr val="C00000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00EA9D8-0BAB-9406-99DB-2B7726DB57DB}"/>
                </a:ext>
              </a:extLst>
            </p:cNvPr>
            <p:cNvCxnSpPr>
              <a:cxnSpLocks/>
            </p:cNvCxnSpPr>
            <p:nvPr/>
          </p:nvCxnSpPr>
          <p:spPr>
            <a:xfrm>
              <a:off x="7589917" y="3360701"/>
              <a:ext cx="0" cy="540000"/>
            </a:xfrm>
            <a:prstGeom prst="line">
              <a:avLst/>
            </a:prstGeom>
            <a:ln cap="rnd">
              <a:solidFill>
                <a:srgbClr val="C00000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D348AE-52D9-06F2-D0D1-7091682575AF}"/>
              </a:ext>
            </a:extLst>
          </p:cNvPr>
          <p:cNvGrpSpPr/>
          <p:nvPr/>
        </p:nvGrpSpPr>
        <p:grpSpPr>
          <a:xfrm rot="5400000">
            <a:off x="2167964" y="3800528"/>
            <a:ext cx="242888" cy="1620001"/>
            <a:chOff x="7860988" y="3360701"/>
            <a:chExt cx="242888" cy="1620001"/>
          </a:xfrm>
        </p:grpSpPr>
        <p:sp>
          <p:nvSpPr>
            <p:cNvPr id="38" name="Line 475">
              <a:extLst>
                <a:ext uri="{FF2B5EF4-FFF2-40B4-BE49-F238E27FC236}">
                  <a16:creationId xmlns:a16="http://schemas.microsoft.com/office/drawing/2014/main" id="{557DE6F6-C135-2522-EB43-2FA933F10D8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947506" y="4253917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39" name="Line 476">
              <a:extLst>
                <a:ext uri="{FF2B5EF4-FFF2-40B4-BE49-F238E27FC236}">
                  <a16:creationId xmlns:a16="http://schemas.microsoft.com/office/drawing/2014/main" id="{9DEF025E-4DC8-8D21-997A-251AD0568FD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947506" y="4187242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40" name="Line 477">
              <a:extLst>
                <a:ext uri="{FF2B5EF4-FFF2-40B4-BE49-F238E27FC236}">
                  <a16:creationId xmlns:a16="http://schemas.microsoft.com/office/drawing/2014/main" id="{AA3AB903-3721-9F1C-2474-C688293760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947506" y="4118979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41" name="Line 478">
              <a:extLst>
                <a:ext uri="{FF2B5EF4-FFF2-40B4-BE49-F238E27FC236}">
                  <a16:creationId xmlns:a16="http://schemas.microsoft.com/office/drawing/2014/main" id="{BAD59632-01A4-D5B7-A2DC-0001991674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947506" y="4047541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42" name="Line 479">
              <a:extLst>
                <a:ext uri="{FF2B5EF4-FFF2-40B4-BE49-F238E27FC236}">
                  <a16:creationId xmlns:a16="http://schemas.microsoft.com/office/drawing/2014/main" id="{660615A5-47FE-0544-937E-B7645167095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949094" y="3977691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43" name="Line 480">
              <a:extLst>
                <a:ext uri="{FF2B5EF4-FFF2-40B4-BE49-F238E27FC236}">
                  <a16:creationId xmlns:a16="http://schemas.microsoft.com/office/drawing/2014/main" id="{5112052A-1CAD-1FB0-F294-6D76D399404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949094" y="3911016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44" name="Line 481">
              <a:extLst>
                <a:ext uri="{FF2B5EF4-FFF2-40B4-BE49-F238E27FC236}">
                  <a16:creationId xmlns:a16="http://schemas.microsoft.com/office/drawing/2014/main" id="{7F147A78-23BF-2E35-F684-A913D52DBA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949094" y="3842754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45" name="Line 482">
              <a:extLst>
                <a:ext uri="{FF2B5EF4-FFF2-40B4-BE49-F238E27FC236}">
                  <a16:creationId xmlns:a16="http://schemas.microsoft.com/office/drawing/2014/main" id="{39E83ED5-62E6-6F70-DB22-3AF1B69DE8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909410" y="3853870"/>
              <a:ext cx="25394" cy="11906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46" name="Line 483">
              <a:extLst>
                <a:ext uri="{FF2B5EF4-FFF2-40B4-BE49-F238E27FC236}">
                  <a16:creationId xmlns:a16="http://schemas.microsoft.com/office/drawing/2014/main" id="{3E6BF84B-B5DA-5FEF-8473-54B5195C1E8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023579" y="4361994"/>
              <a:ext cx="30418" cy="127001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37A1D40-BBB9-B034-46DD-998DF03C765C}"/>
                </a:ext>
              </a:extLst>
            </p:cNvPr>
            <p:cNvCxnSpPr>
              <a:cxnSpLocks/>
            </p:cNvCxnSpPr>
            <p:nvPr/>
          </p:nvCxnSpPr>
          <p:spPr>
            <a:xfrm>
              <a:off x="7992829" y="3360701"/>
              <a:ext cx="0" cy="540000"/>
            </a:xfrm>
            <a:prstGeom prst="line">
              <a:avLst/>
            </a:prstGeom>
            <a:ln cap="rnd">
              <a:solidFill>
                <a:srgbClr val="C00000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45CC53C-7F60-2889-1C23-CF6D99B439FC}"/>
                </a:ext>
              </a:extLst>
            </p:cNvPr>
            <p:cNvCxnSpPr>
              <a:cxnSpLocks/>
            </p:cNvCxnSpPr>
            <p:nvPr/>
          </p:nvCxnSpPr>
          <p:spPr>
            <a:xfrm>
              <a:off x="7981637" y="4440702"/>
              <a:ext cx="0" cy="540000"/>
            </a:xfrm>
            <a:prstGeom prst="line">
              <a:avLst/>
            </a:prstGeom>
            <a:ln cap="rnd">
              <a:solidFill>
                <a:srgbClr val="C00000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53CEB7-668A-6BE9-55E7-7F10DB8E8CAD}"/>
                  </a:ext>
                </a:extLst>
              </p:cNvPr>
              <p:cNvSpPr txBox="1"/>
              <p:nvPr/>
            </p:nvSpPr>
            <p:spPr>
              <a:xfrm>
                <a:off x="2134808" y="4101019"/>
                <a:ext cx="2671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B53CEB7-668A-6BE9-55E7-7F10DB8E8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808" y="4101019"/>
                <a:ext cx="267124" cy="369332"/>
              </a:xfrm>
              <a:prstGeom prst="rect">
                <a:avLst/>
              </a:prstGeom>
              <a:blipFill>
                <a:blip r:embed="rId5"/>
                <a:stretch>
                  <a:fillRect l="-27273" r="-18182" b="-68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8EC9A46-06D8-27A7-A42A-4458FE3B28AF}"/>
                  </a:ext>
                </a:extLst>
              </p:cNvPr>
              <p:cNvSpPr txBox="1"/>
              <p:nvPr/>
            </p:nvSpPr>
            <p:spPr>
              <a:xfrm>
                <a:off x="3506448" y="4072785"/>
                <a:ext cx="639534" cy="397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8EC9A46-06D8-27A7-A42A-4458FE3B2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448" y="4072785"/>
                <a:ext cx="639534" cy="397866"/>
              </a:xfrm>
              <a:prstGeom prst="rect">
                <a:avLst/>
              </a:prstGeom>
              <a:blipFill>
                <a:blip r:embed="rId6"/>
                <a:stretch>
                  <a:fillRect l="-11765" r="-5882" b="-25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47AA1892-4D37-EF92-6AB8-B085E1D83AD7}"/>
              </a:ext>
            </a:extLst>
          </p:cNvPr>
          <p:cNvGrpSpPr/>
          <p:nvPr/>
        </p:nvGrpSpPr>
        <p:grpSpPr>
          <a:xfrm rot="5400000">
            <a:off x="3435540" y="2192470"/>
            <a:ext cx="298977" cy="1620001"/>
            <a:chOff x="7453879" y="3360701"/>
            <a:chExt cx="298977" cy="1620001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A47791B-F20B-38E6-F0CB-4A26EE38B483}"/>
                </a:ext>
              </a:extLst>
            </p:cNvPr>
            <p:cNvGrpSpPr>
              <a:grpSpLocks noChangeAspect="1"/>
            </p:cNvGrpSpPr>
            <p:nvPr/>
          </p:nvGrpSpPr>
          <p:grpSpPr>
            <a:xfrm rot="16200000">
              <a:off x="7333368" y="4021213"/>
              <a:ext cx="540000" cy="298977"/>
              <a:chOff x="2887363" y="5330087"/>
              <a:chExt cx="1799966" cy="996572"/>
            </a:xfrm>
          </p:grpSpPr>
          <p:sp>
            <p:nvSpPr>
              <p:cNvPr id="55" name="Arc 54">
                <a:extLst>
                  <a:ext uri="{FF2B5EF4-FFF2-40B4-BE49-F238E27FC236}">
                    <a16:creationId xmlns:a16="http://schemas.microsoft.com/office/drawing/2014/main" id="{8D1F9265-EC6F-7C3B-39FF-8B86D36A4A4E}"/>
                  </a:ext>
                </a:extLst>
              </p:cNvPr>
              <p:cNvSpPr/>
              <p:nvPr/>
            </p:nvSpPr>
            <p:spPr>
              <a:xfrm>
                <a:off x="3270422" y="5330087"/>
                <a:ext cx="650789" cy="996572"/>
              </a:xfrm>
              <a:prstGeom prst="arc">
                <a:avLst>
                  <a:gd name="adj1" fmla="val 10790216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56" name="Arc 55">
                <a:extLst>
                  <a:ext uri="{FF2B5EF4-FFF2-40B4-BE49-F238E27FC236}">
                    <a16:creationId xmlns:a16="http://schemas.microsoft.com/office/drawing/2014/main" id="{B68E275D-0DB6-EFD1-A570-151409904A47}"/>
                  </a:ext>
                </a:extLst>
              </p:cNvPr>
              <p:cNvSpPr/>
              <p:nvPr/>
            </p:nvSpPr>
            <p:spPr>
              <a:xfrm>
                <a:off x="3653481" y="5330087"/>
                <a:ext cx="650789" cy="996572"/>
              </a:xfrm>
              <a:prstGeom prst="arc">
                <a:avLst>
                  <a:gd name="adj1" fmla="val 10790216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57" name="Arc 56">
                <a:extLst>
                  <a:ext uri="{FF2B5EF4-FFF2-40B4-BE49-F238E27FC236}">
                    <a16:creationId xmlns:a16="http://schemas.microsoft.com/office/drawing/2014/main" id="{D96FC1FF-298C-538D-3E08-1789CEAB4318}"/>
                  </a:ext>
                </a:extLst>
              </p:cNvPr>
              <p:cNvSpPr/>
              <p:nvPr/>
            </p:nvSpPr>
            <p:spPr>
              <a:xfrm>
                <a:off x="4036540" y="5330087"/>
                <a:ext cx="650789" cy="996572"/>
              </a:xfrm>
              <a:prstGeom prst="arc">
                <a:avLst>
                  <a:gd name="adj1" fmla="val 10790216"/>
                  <a:gd name="adj2" fmla="val 21038836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58" name="Arc 57">
                <a:extLst>
                  <a:ext uri="{FF2B5EF4-FFF2-40B4-BE49-F238E27FC236}">
                    <a16:creationId xmlns:a16="http://schemas.microsoft.com/office/drawing/2014/main" id="{FFE9A45B-C95C-A295-2E87-A08ADEC749F8}"/>
                  </a:ext>
                </a:extLst>
              </p:cNvPr>
              <p:cNvSpPr/>
              <p:nvPr/>
            </p:nvSpPr>
            <p:spPr>
              <a:xfrm>
                <a:off x="2887363" y="5330087"/>
                <a:ext cx="650789" cy="996572"/>
              </a:xfrm>
              <a:prstGeom prst="arc">
                <a:avLst>
                  <a:gd name="adj1" fmla="val 11355569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59" name="Arc 58">
                <a:extLst>
                  <a:ext uri="{FF2B5EF4-FFF2-40B4-BE49-F238E27FC236}">
                    <a16:creationId xmlns:a16="http://schemas.microsoft.com/office/drawing/2014/main" id="{159F8D9B-0314-7C5C-9AE6-932C8395E2C8}"/>
                  </a:ext>
                </a:extLst>
              </p:cNvPr>
              <p:cNvSpPr/>
              <p:nvPr/>
            </p:nvSpPr>
            <p:spPr>
              <a:xfrm rot="10800000">
                <a:off x="3653481" y="5454662"/>
                <a:ext cx="268140" cy="747420"/>
              </a:xfrm>
              <a:prstGeom prst="arc">
                <a:avLst>
                  <a:gd name="adj1" fmla="val 10790216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60" name="Arc 59">
                <a:extLst>
                  <a:ext uri="{FF2B5EF4-FFF2-40B4-BE49-F238E27FC236}">
                    <a16:creationId xmlns:a16="http://schemas.microsoft.com/office/drawing/2014/main" id="{E5719CCF-6BD1-41A5-FAF6-CD0119DE3435}"/>
                  </a:ext>
                </a:extLst>
              </p:cNvPr>
              <p:cNvSpPr/>
              <p:nvPr/>
            </p:nvSpPr>
            <p:spPr>
              <a:xfrm rot="10800000">
                <a:off x="4036130" y="5454662"/>
                <a:ext cx="268140" cy="747420"/>
              </a:xfrm>
              <a:prstGeom prst="arc">
                <a:avLst>
                  <a:gd name="adj1" fmla="val 10790216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  <p:sp>
            <p:nvSpPr>
              <p:cNvPr id="61" name="Arc 60">
                <a:extLst>
                  <a:ext uri="{FF2B5EF4-FFF2-40B4-BE49-F238E27FC236}">
                    <a16:creationId xmlns:a16="http://schemas.microsoft.com/office/drawing/2014/main" id="{CC238420-FE97-7C8B-8506-D66FAF6A3685}"/>
                  </a:ext>
                </a:extLst>
              </p:cNvPr>
              <p:cNvSpPr/>
              <p:nvPr/>
            </p:nvSpPr>
            <p:spPr>
              <a:xfrm rot="10800000">
                <a:off x="3270011" y="5454663"/>
                <a:ext cx="268140" cy="747420"/>
              </a:xfrm>
              <a:prstGeom prst="arc">
                <a:avLst>
                  <a:gd name="adj1" fmla="val 10790216"/>
                  <a:gd name="adj2" fmla="val 71171"/>
                </a:avLst>
              </a:prstGeom>
              <a:ln w="25400"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T"/>
              </a:p>
            </p:txBody>
          </p:sp>
        </p:grp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E53B28F-CBB8-40E5-CF4C-1B0284C1EE62}"/>
                </a:ext>
              </a:extLst>
            </p:cNvPr>
            <p:cNvCxnSpPr>
              <a:cxnSpLocks/>
            </p:cNvCxnSpPr>
            <p:nvPr/>
          </p:nvCxnSpPr>
          <p:spPr>
            <a:xfrm>
              <a:off x="7599383" y="4440702"/>
              <a:ext cx="0" cy="540000"/>
            </a:xfrm>
            <a:prstGeom prst="line">
              <a:avLst/>
            </a:prstGeom>
            <a:ln cap="rnd">
              <a:solidFill>
                <a:srgbClr val="C00000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04434EF-E991-3C76-7F7D-2AC24BEB38C4}"/>
                </a:ext>
              </a:extLst>
            </p:cNvPr>
            <p:cNvCxnSpPr>
              <a:cxnSpLocks/>
            </p:cNvCxnSpPr>
            <p:nvPr/>
          </p:nvCxnSpPr>
          <p:spPr>
            <a:xfrm>
              <a:off x="7589917" y="3360701"/>
              <a:ext cx="0" cy="540000"/>
            </a:xfrm>
            <a:prstGeom prst="line">
              <a:avLst/>
            </a:prstGeom>
            <a:ln cap="rnd">
              <a:solidFill>
                <a:srgbClr val="C00000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96F3018-509C-6ABB-6E7B-A0CAABCB12A1}"/>
              </a:ext>
            </a:extLst>
          </p:cNvPr>
          <p:cNvGrpSpPr/>
          <p:nvPr/>
        </p:nvGrpSpPr>
        <p:grpSpPr>
          <a:xfrm rot="5400000">
            <a:off x="2140262" y="2174816"/>
            <a:ext cx="242888" cy="1620001"/>
            <a:chOff x="7860988" y="3360701"/>
            <a:chExt cx="242888" cy="1620001"/>
          </a:xfrm>
        </p:grpSpPr>
        <p:sp>
          <p:nvSpPr>
            <p:cNvPr id="63" name="Line 475">
              <a:extLst>
                <a:ext uri="{FF2B5EF4-FFF2-40B4-BE49-F238E27FC236}">
                  <a16:creationId xmlns:a16="http://schemas.microsoft.com/office/drawing/2014/main" id="{2A4B0D95-E26C-3AB5-2674-9A9886CE6F9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947506" y="4253917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64" name="Line 476">
              <a:extLst>
                <a:ext uri="{FF2B5EF4-FFF2-40B4-BE49-F238E27FC236}">
                  <a16:creationId xmlns:a16="http://schemas.microsoft.com/office/drawing/2014/main" id="{22C18285-9F89-0737-33AB-9ACE18C0588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947506" y="4187242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65" name="Line 477">
              <a:extLst>
                <a:ext uri="{FF2B5EF4-FFF2-40B4-BE49-F238E27FC236}">
                  <a16:creationId xmlns:a16="http://schemas.microsoft.com/office/drawing/2014/main" id="{543D7F98-8B4A-3052-FEB5-A31F325621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947506" y="4118979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66" name="Line 478">
              <a:extLst>
                <a:ext uri="{FF2B5EF4-FFF2-40B4-BE49-F238E27FC236}">
                  <a16:creationId xmlns:a16="http://schemas.microsoft.com/office/drawing/2014/main" id="{7CB11A13-546E-5561-35BC-B06D8791B3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947506" y="4047541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67" name="Line 479">
              <a:extLst>
                <a:ext uri="{FF2B5EF4-FFF2-40B4-BE49-F238E27FC236}">
                  <a16:creationId xmlns:a16="http://schemas.microsoft.com/office/drawing/2014/main" id="{D246FF3D-7F48-B451-0C99-08D6B9D347C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949094" y="3977691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68" name="Line 480">
              <a:extLst>
                <a:ext uri="{FF2B5EF4-FFF2-40B4-BE49-F238E27FC236}">
                  <a16:creationId xmlns:a16="http://schemas.microsoft.com/office/drawing/2014/main" id="{0055FD84-C363-0A34-38D1-8F27B6CC576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949094" y="3911016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69" name="Line 481">
              <a:extLst>
                <a:ext uri="{FF2B5EF4-FFF2-40B4-BE49-F238E27FC236}">
                  <a16:creationId xmlns:a16="http://schemas.microsoft.com/office/drawing/2014/main" id="{7D9B8B10-8147-F1C0-8C1B-7145FE48534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7949094" y="3842754"/>
              <a:ext cx="68263" cy="24130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70" name="Line 482">
              <a:extLst>
                <a:ext uri="{FF2B5EF4-FFF2-40B4-BE49-F238E27FC236}">
                  <a16:creationId xmlns:a16="http://schemas.microsoft.com/office/drawing/2014/main" id="{C2DA03B5-860B-CC11-D6A9-C3AA1DC27E6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7909410" y="3853870"/>
              <a:ext cx="25394" cy="119060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sp>
          <p:nvSpPr>
            <p:cNvPr id="71" name="Line 483">
              <a:extLst>
                <a:ext uri="{FF2B5EF4-FFF2-40B4-BE49-F238E27FC236}">
                  <a16:creationId xmlns:a16="http://schemas.microsoft.com/office/drawing/2014/main" id="{B46425D9-B166-B621-ECE0-2E69CFCA74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8023579" y="4361994"/>
              <a:ext cx="30418" cy="127001"/>
            </a:xfrm>
            <a:prstGeom prst="line">
              <a:avLst/>
            </a:prstGeom>
            <a:noFill/>
            <a:ln w="25400" cap="rnd">
              <a:solidFill>
                <a:srgbClr val="C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T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E2314C8-753F-6E31-4147-455FD8DFE318}"/>
                </a:ext>
              </a:extLst>
            </p:cNvPr>
            <p:cNvCxnSpPr>
              <a:cxnSpLocks/>
            </p:cNvCxnSpPr>
            <p:nvPr/>
          </p:nvCxnSpPr>
          <p:spPr>
            <a:xfrm>
              <a:off x="7992829" y="3360701"/>
              <a:ext cx="0" cy="540000"/>
            </a:xfrm>
            <a:prstGeom prst="line">
              <a:avLst/>
            </a:prstGeom>
            <a:ln cap="rnd">
              <a:solidFill>
                <a:srgbClr val="C00000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5E81533-A30B-707C-F06B-F5A136CAFE5A}"/>
                </a:ext>
              </a:extLst>
            </p:cNvPr>
            <p:cNvCxnSpPr>
              <a:cxnSpLocks/>
            </p:cNvCxnSpPr>
            <p:nvPr/>
          </p:nvCxnSpPr>
          <p:spPr>
            <a:xfrm>
              <a:off x="7981637" y="4440702"/>
              <a:ext cx="0" cy="540000"/>
            </a:xfrm>
            <a:prstGeom prst="line">
              <a:avLst/>
            </a:prstGeom>
            <a:ln cap="rnd">
              <a:solidFill>
                <a:srgbClr val="C00000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068BEEA-9347-8FCE-95BD-72FBA9EC0C64}"/>
                  </a:ext>
                </a:extLst>
              </p:cNvPr>
              <p:cNvSpPr txBox="1"/>
              <p:nvPr/>
            </p:nvSpPr>
            <p:spPr>
              <a:xfrm>
                <a:off x="2107106" y="2475307"/>
                <a:ext cx="2671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3068BEEA-9347-8FCE-95BD-72FBA9EC0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106" y="2475307"/>
                <a:ext cx="267124" cy="369332"/>
              </a:xfrm>
              <a:prstGeom prst="rect">
                <a:avLst/>
              </a:prstGeom>
              <a:blipFill>
                <a:blip r:embed="rId7"/>
                <a:stretch>
                  <a:fillRect l="-28571" r="-23810" b="-32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8DCC2F2-13A3-6247-5F02-E66BEA0DC103}"/>
                  </a:ext>
                </a:extLst>
              </p:cNvPr>
              <p:cNvSpPr txBox="1"/>
              <p:nvPr/>
            </p:nvSpPr>
            <p:spPr>
              <a:xfrm>
                <a:off x="3478746" y="2447073"/>
                <a:ext cx="639534" cy="397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8DCC2F2-13A3-6247-5F02-E66BEA0DC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746" y="2447073"/>
                <a:ext cx="639534" cy="397866"/>
              </a:xfrm>
              <a:prstGeom prst="rect">
                <a:avLst/>
              </a:prstGeom>
              <a:blipFill>
                <a:blip r:embed="rId8"/>
                <a:stretch>
                  <a:fillRect l="-11765" r="-5882" b="-1818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3132F0A-B559-2126-5104-A20FE27C9616}"/>
                  </a:ext>
                </a:extLst>
              </p:cNvPr>
              <p:cNvSpPr txBox="1"/>
              <p:nvPr/>
            </p:nvSpPr>
            <p:spPr>
              <a:xfrm>
                <a:off x="2265157" y="3519342"/>
                <a:ext cx="719299" cy="3978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IT" sz="24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3132F0A-B559-2126-5104-A20FE27C9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5157" y="3519342"/>
                <a:ext cx="719299" cy="397866"/>
              </a:xfrm>
              <a:prstGeom prst="rect">
                <a:avLst/>
              </a:prstGeom>
              <a:blipFill>
                <a:blip r:embed="rId9"/>
                <a:stretch>
                  <a:fillRect l="-10345" r="-5172" b="-2121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Arc 76">
            <a:extLst>
              <a:ext uri="{FF2B5EF4-FFF2-40B4-BE49-F238E27FC236}">
                <a16:creationId xmlns:a16="http://schemas.microsoft.com/office/drawing/2014/main" id="{8C397F4D-065B-A3DC-72C6-20F1C4F99134}"/>
              </a:ext>
            </a:extLst>
          </p:cNvPr>
          <p:cNvSpPr/>
          <p:nvPr/>
        </p:nvSpPr>
        <p:spPr>
          <a:xfrm rot="18895550" flipH="1">
            <a:off x="3134389" y="2826319"/>
            <a:ext cx="1828800" cy="1827154"/>
          </a:xfrm>
          <a:prstGeom prst="arc">
            <a:avLst/>
          </a:prstGeom>
          <a:ln cap="rnd">
            <a:solidFill>
              <a:srgbClr val="C00000"/>
            </a:solidFill>
            <a:round/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4334-F686-9647-F916-C3C53773D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63450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C1751-FBBE-EA8B-C511-BF7BEC00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Formulation from Maxwell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46B36C-2588-7494-22BF-3DB45715DA4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Mixed potential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it-IT" b="0" i="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num>
                        <m:den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Constitutive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acc>
                        <m:accPr>
                          <m:chr m:val="⃗"/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</m:oMath>
                  </m:oMathPara>
                </a14:m>
                <a:endParaRPr lang="it-IT" b="0" dirty="0"/>
              </a:p>
              <a:p>
                <a:r>
                  <a:rPr lang="en-US" dirty="0"/>
                  <a:t>Magnetic vector potential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it-IT" b="0" i="0" dirty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p>
                              <m:r>
                                <a:rPr lang="it-IT" b="0" i="0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f>
                            <m:fPr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num>
                            <m:den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it-IT" b="0" i="0" dirty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nary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𝜌</m:t>
                      </m:r>
                      <m:acc>
                        <m:accPr>
                          <m:chr m:val="⃗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f>
                        <m:f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it-IT" dirty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p>
                              <m:r>
                                <a:rPr lang="it-IT" b="0" i="0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f>
                            <m:f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</m:acc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num>
                            <m:den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it-IT" dirty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it-IT" b="0" i="0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nary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b="0" i="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46B36C-2588-7494-22BF-3DB45715D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711" t="-2616" b="-4941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2C94AF15-9618-8713-CA69-B94BB7D03ED6}"/>
              </a:ext>
            </a:extLst>
          </p:cNvPr>
          <p:cNvGrpSpPr/>
          <p:nvPr/>
        </p:nvGrpSpPr>
        <p:grpSpPr>
          <a:xfrm>
            <a:off x="7366000" y="1887786"/>
            <a:ext cx="3657600" cy="3763714"/>
            <a:chOff x="7366000" y="1887786"/>
            <a:chExt cx="3657600" cy="3763714"/>
          </a:xfrm>
        </p:grpSpPr>
        <p:sp>
          <p:nvSpPr>
            <p:cNvPr id="6" name="Donut 5">
              <a:extLst>
                <a:ext uri="{FF2B5EF4-FFF2-40B4-BE49-F238E27FC236}">
                  <a16:creationId xmlns:a16="http://schemas.microsoft.com/office/drawing/2014/main" id="{66B9F69B-5D8E-0803-1323-C114545B7556}"/>
                </a:ext>
              </a:extLst>
            </p:cNvPr>
            <p:cNvSpPr/>
            <p:nvPr/>
          </p:nvSpPr>
          <p:spPr>
            <a:xfrm>
              <a:off x="7366000" y="1963737"/>
              <a:ext cx="3657600" cy="3687763"/>
            </a:xfrm>
            <a:prstGeom prst="donut">
              <a:avLst>
                <a:gd name="adj" fmla="val 12151"/>
              </a:avLst>
            </a:prstGeom>
            <a:solidFill>
              <a:srgbClr val="C00000">
                <a:alpha val="71000"/>
              </a:srgbClr>
            </a:solidFill>
            <a:ln>
              <a:noFill/>
            </a:ln>
            <a:scene3d>
              <a:camera prst="perspectiveRelaxed"/>
              <a:lightRig rig="threePt" dir="t"/>
            </a:scene3d>
            <a:sp3d>
              <a:bevelT w="254000" h="2413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8E9355-F18F-2BE8-BEDB-A8230D5A2672}"/>
                </a:ext>
              </a:extLst>
            </p:cNvPr>
            <p:cNvSpPr/>
            <p:nvPr/>
          </p:nvSpPr>
          <p:spPr>
            <a:xfrm>
              <a:off x="7708900" y="4419600"/>
              <a:ext cx="596900" cy="406400"/>
            </a:xfrm>
            <a:custGeom>
              <a:avLst/>
              <a:gdLst>
                <a:gd name="connsiteX0" fmla="*/ 0 w 596900"/>
                <a:gd name="connsiteY0" fmla="*/ 0 h 406400"/>
                <a:gd name="connsiteX1" fmla="*/ 215900 w 596900"/>
                <a:gd name="connsiteY1" fmla="*/ 215900 h 406400"/>
                <a:gd name="connsiteX2" fmla="*/ 431800 w 596900"/>
                <a:gd name="connsiteY2" fmla="*/ 355600 h 406400"/>
                <a:gd name="connsiteX3" fmla="*/ 596900 w 596900"/>
                <a:gd name="connsiteY3" fmla="*/ 406400 h 40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6900" h="406400">
                  <a:moveTo>
                    <a:pt x="0" y="0"/>
                  </a:moveTo>
                  <a:cubicBezTo>
                    <a:pt x="71966" y="78316"/>
                    <a:pt x="143933" y="156633"/>
                    <a:pt x="215900" y="215900"/>
                  </a:cubicBezTo>
                  <a:cubicBezTo>
                    <a:pt x="287867" y="275167"/>
                    <a:pt x="368300" y="323850"/>
                    <a:pt x="431800" y="355600"/>
                  </a:cubicBezTo>
                  <a:cubicBezTo>
                    <a:pt x="495300" y="387350"/>
                    <a:pt x="546100" y="396875"/>
                    <a:pt x="596900" y="406400"/>
                  </a:cubicBezTo>
                </a:path>
              </a:pathLst>
            </a:custGeom>
            <a:noFill/>
            <a:ln w="38100" cap="rnd">
              <a:round/>
              <a:tailEnd type="triangle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299DB6A-A3D4-5477-A7C3-C83EC8B19353}"/>
                    </a:ext>
                  </a:extLst>
                </p:cNvPr>
                <p:cNvSpPr txBox="1"/>
                <p:nvPr/>
              </p:nvSpPr>
              <p:spPr>
                <a:xfrm>
                  <a:off x="8213018" y="4146551"/>
                  <a:ext cx="265714" cy="4140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299DB6A-A3D4-5477-A7C3-C83EC8B193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3018" y="4146551"/>
                  <a:ext cx="265714" cy="414088"/>
                </a:xfrm>
                <a:prstGeom prst="rect">
                  <a:avLst/>
                </a:prstGeom>
                <a:blipFill>
                  <a:blip r:embed="rId3"/>
                  <a:stretch>
                    <a:fillRect l="-36364" t="-38235" r="-31818" b="-26471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EB112B1-7F5C-8C0D-34DC-AB58008EFC10}"/>
                    </a:ext>
                  </a:extLst>
                </p:cNvPr>
                <p:cNvSpPr txBox="1"/>
                <p:nvPr/>
              </p:nvSpPr>
              <p:spPr>
                <a:xfrm>
                  <a:off x="10572353" y="2910163"/>
                  <a:ext cx="351058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it-IT" sz="24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a:rPr lang="it-IT" sz="24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EB112B1-7F5C-8C0D-34DC-AB58008EFC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2353" y="2910163"/>
                  <a:ext cx="351058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4138" r="-20690" b="-6452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ADF5CDA-A807-AD84-BCB5-2DB60774964E}"/>
                </a:ext>
              </a:extLst>
            </p:cNvPr>
            <p:cNvCxnSpPr/>
            <p:nvPr/>
          </p:nvCxnSpPr>
          <p:spPr>
            <a:xfrm flipV="1">
              <a:off x="7913342" y="1887786"/>
              <a:ext cx="1368162" cy="273501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EE35609-7413-1739-BAE5-5C3830251F65}"/>
                    </a:ext>
                  </a:extLst>
                </p:cNvPr>
                <p:cNvSpPr txBox="1"/>
                <p:nvPr/>
              </p:nvSpPr>
              <p:spPr>
                <a:xfrm>
                  <a:off x="8634473" y="2223790"/>
                  <a:ext cx="26712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EE35609-7413-1739-BAE5-5C3830251F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4473" y="2223790"/>
                  <a:ext cx="267124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2727" r="-27273" b="-333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53D02649-A7C5-700A-5BE6-CB6891CEC79C}"/>
              </a:ext>
            </a:extLst>
          </p:cNvPr>
          <p:cNvSpPr/>
          <p:nvPr/>
        </p:nvSpPr>
        <p:spPr>
          <a:xfrm>
            <a:off x="9235956" y="1843336"/>
            <a:ext cx="91096" cy="889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EF0BC0-50A0-1DF2-71EB-FE3450C7FA74}"/>
              </a:ext>
            </a:extLst>
          </p:cNvPr>
          <p:cNvCxnSpPr>
            <a:cxnSpLocks/>
            <a:stCxn id="16" idx="0"/>
            <a:endCxn id="16" idx="3"/>
          </p:cNvCxnSpPr>
          <p:nvPr/>
        </p:nvCxnSpPr>
        <p:spPr>
          <a:xfrm flipV="1">
            <a:off x="8975570" y="1850685"/>
            <a:ext cx="740416" cy="7504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160E3E-2C8B-03C0-A3D6-2E412E9D11B2}"/>
                  </a:ext>
                </a:extLst>
              </p:cNvPr>
              <p:cNvSpPr txBox="1"/>
              <p:nvPr/>
            </p:nvSpPr>
            <p:spPr>
              <a:xfrm>
                <a:off x="9029608" y="1337174"/>
                <a:ext cx="503792" cy="4140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it-IT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it-I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160E3E-2C8B-03C0-A3D6-2E412E9D1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608" y="1337174"/>
                <a:ext cx="503792" cy="414088"/>
              </a:xfrm>
              <a:prstGeom prst="rect">
                <a:avLst/>
              </a:prstGeom>
              <a:blipFill>
                <a:blip r:embed="rId6"/>
                <a:stretch>
                  <a:fillRect l="-12195" t="-39394" r="-19512" b="-272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n 15">
            <a:extLst>
              <a:ext uri="{FF2B5EF4-FFF2-40B4-BE49-F238E27FC236}">
                <a16:creationId xmlns:a16="http://schemas.microsoft.com/office/drawing/2014/main" id="{61DC2A26-B14E-4CD1-7F7E-DA8CA261D4B3}"/>
              </a:ext>
            </a:extLst>
          </p:cNvPr>
          <p:cNvSpPr/>
          <p:nvPr/>
        </p:nvSpPr>
        <p:spPr>
          <a:xfrm rot="15852755">
            <a:off x="9137425" y="1478596"/>
            <a:ext cx="333705" cy="827635"/>
          </a:xfrm>
          <a:prstGeom prst="can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C98D9-E37F-E13C-1F51-A37994BA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318863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CD4DA-6B95-1B60-9438-29DF5516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DF028-E10B-023D-8E8D-275F522D8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Formulation from Maxwell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48E7B6-8B3B-5D15-326F-8EA1718D52A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𝜌</m:t>
                      </m:r>
                      <m:acc>
                        <m:accPr>
                          <m:chr m:val="⃗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f>
                        <m:f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it-IT" i="0" dirty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p>
                              <m:r>
                                <a:rPr lang="it-IT" b="0" i="0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  <m:sup/>
                        <m:e>
                          <m:f>
                            <m:f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it-IT" dirty="0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it-IT" b="0" i="0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nary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it-IT" b="0" i="0" dirty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Hp: polygonal wire conductors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</m:oMath>
                </a14:m>
                <a:r>
                  <a:rPr lang="en-US" dirty="0"/>
                  <a:t> uniform in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⃗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</m:oMath>
                </a14:m>
                <a:r>
                  <a:rPr lang="en-US" dirty="0"/>
                  <a:t>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𝑑𝑙</m:t>
                        </m:r>
                      </m:e>
                    </m:acc>
                    <m:r>
                      <a:rPr lang="it-IT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supHide m:val="on"/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Sup>
                                <m:sSubSup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it-IT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t-IT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it-IT" b="0" i="1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it-IT" b="0" i="1" dirty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it-IT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it-IT" b="0" i="1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  <m:sSubSup>
                                <m:sSubSup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it-IT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b="0" i="1" dirty="0" smtClean="0">
                                          <a:latin typeface="Cambria Math" panose="02040503050406030204" pitchFamily="18" charset="0"/>
                                        </a:rPr>
                                        <m:t>𝑑𝑙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48E7B6-8B3B-5D15-326F-8EA1718D52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45" t="-39244" b="-424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nut 4">
            <a:extLst>
              <a:ext uri="{FF2B5EF4-FFF2-40B4-BE49-F238E27FC236}">
                <a16:creationId xmlns:a16="http://schemas.microsoft.com/office/drawing/2014/main" id="{BDED63C9-D323-56EE-556F-DDB28344DAAD}"/>
              </a:ext>
            </a:extLst>
          </p:cNvPr>
          <p:cNvSpPr/>
          <p:nvPr/>
        </p:nvSpPr>
        <p:spPr>
          <a:xfrm>
            <a:off x="7366000" y="1963737"/>
            <a:ext cx="3657600" cy="3687763"/>
          </a:xfrm>
          <a:prstGeom prst="donut">
            <a:avLst>
              <a:gd name="adj" fmla="val 12151"/>
            </a:avLst>
          </a:prstGeom>
          <a:solidFill>
            <a:srgbClr val="C00000">
              <a:alpha val="40000"/>
            </a:srgbClr>
          </a:solidFill>
          <a:ln>
            <a:noFill/>
          </a:ln>
          <a:scene3d>
            <a:camera prst="perspectiveRelaxed"/>
            <a:lightRig rig="threePt" dir="t"/>
          </a:scene3d>
          <a:sp3d>
            <a:bevelT w="254000" h="2413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CDB35E-086F-6E47-BAC2-D4D9438C114F}"/>
                  </a:ext>
                </a:extLst>
              </p:cNvPr>
              <p:cNvSpPr txBox="1"/>
              <p:nvPr/>
            </p:nvSpPr>
            <p:spPr>
              <a:xfrm>
                <a:off x="10572353" y="2910163"/>
                <a:ext cx="35105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400" b="0" i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it-IT" sz="2400" b="0" i="0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DCDB35E-086F-6E47-BAC2-D4D9438C1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2353" y="2910163"/>
                <a:ext cx="351058" cy="369332"/>
              </a:xfrm>
              <a:prstGeom prst="rect">
                <a:avLst/>
              </a:prstGeom>
              <a:blipFill>
                <a:blip r:embed="rId3"/>
                <a:stretch>
                  <a:fillRect l="-24138" r="-20690" b="-64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95C8DB21-A3E3-22D5-BAFE-46F1903905D9}"/>
              </a:ext>
            </a:extLst>
          </p:cNvPr>
          <p:cNvSpPr/>
          <p:nvPr/>
        </p:nvSpPr>
        <p:spPr>
          <a:xfrm>
            <a:off x="9235956" y="1843336"/>
            <a:ext cx="91096" cy="889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8B8D24-3CA6-EBAA-791B-B96A765E6843}"/>
              </a:ext>
            </a:extLst>
          </p:cNvPr>
          <p:cNvGrpSpPr/>
          <p:nvPr/>
        </p:nvGrpSpPr>
        <p:grpSpPr>
          <a:xfrm>
            <a:off x="7500135" y="1393619"/>
            <a:ext cx="3390472" cy="3661266"/>
            <a:chOff x="7500135" y="1393619"/>
            <a:chExt cx="3390472" cy="36612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4724A3C-7B62-05AB-B014-A0BAF6C136A2}"/>
                    </a:ext>
                  </a:extLst>
                </p:cNvPr>
                <p:cNvSpPr txBox="1"/>
                <p:nvPr/>
              </p:nvSpPr>
              <p:spPr>
                <a:xfrm>
                  <a:off x="8287397" y="4332569"/>
                  <a:ext cx="31591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it-IT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it-IT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it-IT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en-US" sz="24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4724A3C-7B62-05AB-B014-A0BAF6C136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7397" y="4332569"/>
                  <a:ext cx="31591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9231" t="-3333" r="-7692" b="-16667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EF4E466-ED63-2AC7-7CDD-3B594D968F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3569" y="1887786"/>
              <a:ext cx="1277935" cy="2672853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B52BC43-90D2-74F6-CE27-811F412EA239}"/>
                    </a:ext>
                  </a:extLst>
                </p:cNvPr>
                <p:cNvSpPr txBox="1"/>
                <p:nvPr/>
              </p:nvSpPr>
              <p:spPr>
                <a:xfrm>
                  <a:off x="8399093" y="2481677"/>
                  <a:ext cx="408445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B52BC43-90D2-74F6-CE27-811F412EA2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9093" y="2481677"/>
                  <a:ext cx="408445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8182" r="-6061" b="-1333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955D88C-8459-769A-7298-B7826E0CCDBF}"/>
                </a:ext>
              </a:extLst>
            </p:cNvPr>
            <p:cNvSpPr/>
            <p:nvPr/>
          </p:nvSpPr>
          <p:spPr>
            <a:xfrm>
              <a:off x="7500135" y="3051425"/>
              <a:ext cx="3390472" cy="2003460"/>
            </a:xfrm>
            <a:custGeom>
              <a:avLst/>
              <a:gdLst>
                <a:gd name="connsiteX0" fmla="*/ 0 w 3390472"/>
                <a:gd name="connsiteY0" fmla="*/ 1037690 h 2003460"/>
                <a:gd name="connsiteX1" fmla="*/ 1099335 w 3390472"/>
                <a:gd name="connsiteY1" fmla="*/ 2003460 h 2003460"/>
                <a:gd name="connsiteX2" fmla="*/ 2599362 w 3390472"/>
                <a:gd name="connsiteY2" fmla="*/ 1921267 h 2003460"/>
                <a:gd name="connsiteX3" fmla="*/ 3390472 w 3390472"/>
                <a:gd name="connsiteY3" fmla="*/ 1017141 h 2003460"/>
                <a:gd name="connsiteX4" fmla="*/ 2650732 w 3390472"/>
                <a:gd name="connsiteY4" fmla="*/ 51371 h 2003460"/>
                <a:gd name="connsiteX5" fmla="*/ 965771 w 3390472"/>
                <a:gd name="connsiteY5" fmla="*/ 0 h 2003460"/>
                <a:gd name="connsiteX6" fmla="*/ 0 w 3390472"/>
                <a:gd name="connsiteY6" fmla="*/ 1037690 h 200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90472" h="2003460">
                  <a:moveTo>
                    <a:pt x="0" y="1037690"/>
                  </a:moveTo>
                  <a:lnTo>
                    <a:pt x="1099335" y="2003460"/>
                  </a:lnTo>
                  <a:lnTo>
                    <a:pt x="2599362" y="1921267"/>
                  </a:lnTo>
                  <a:lnTo>
                    <a:pt x="3390472" y="1017141"/>
                  </a:lnTo>
                  <a:lnTo>
                    <a:pt x="2650732" y="51371"/>
                  </a:lnTo>
                  <a:lnTo>
                    <a:pt x="965771" y="0"/>
                  </a:lnTo>
                  <a:lnTo>
                    <a:pt x="0" y="1037690"/>
                  </a:lnTo>
                  <a:close/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CC92C8B-6DE7-65CE-74C6-4E1BD3184B91}"/>
                </a:ext>
              </a:extLst>
            </p:cNvPr>
            <p:cNvCxnSpPr/>
            <p:nvPr/>
          </p:nvCxnSpPr>
          <p:spPr>
            <a:xfrm>
              <a:off x="7808360" y="4356243"/>
              <a:ext cx="441788" cy="380144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A7D2F33-008A-86D6-C402-091F6E82F5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0891" y="1811835"/>
              <a:ext cx="1074270" cy="1196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46133C5-060F-52CE-9644-3CAC7133F3C9}"/>
                    </a:ext>
                  </a:extLst>
                </p:cNvPr>
                <p:cNvSpPr txBox="1"/>
                <p:nvPr/>
              </p:nvSpPr>
              <p:spPr>
                <a:xfrm>
                  <a:off x="9446664" y="1393619"/>
                  <a:ext cx="259174" cy="3990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it-IT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46133C5-060F-52CE-9644-3CAC7133F3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6664" y="1393619"/>
                  <a:ext cx="259174" cy="399084"/>
                </a:xfrm>
                <a:prstGeom prst="rect">
                  <a:avLst/>
                </a:prstGeom>
                <a:blipFill>
                  <a:blip r:embed="rId6"/>
                  <a:stretch>
                    <a:fillRect l="-28571" r="-19048" b="-24242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3257F-28F1-E5DD-A26E-D6748C84B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3586485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5C2A8-66EB-0BDE-CC92-9C7CA61FA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Formulation from Maxwell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85753D-DCF8-F8C6-AC11-A137ACF13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55803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Integrating over the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segment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f>
                            <m:f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𝑑𝑙</m:t>
                              </m:r>
                            </m:e>
                          </m:acc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supHide m:val="on"/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f>
                                    <m:f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den>
                                  </m:f>
                                  <m:nary>
                                    <m:naryPr>
                                      <m:supHide m:val="on"/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Sup>
                                        <m:sSubSupPr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sub>
                                    <m:sup/>
                                    <m:e>
                                      <m:f>
                                        <m:fPr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Sup>
                                            <m:sSubSupPr>
                                              <m:ctrlP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  <m:sup>
                                              <m: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sSubSup>
                                        <m:sSubSupPr>
                                          <m:ctrlPr>
                                            <a:rPr lang="it-I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  <m:t>𝑑𝑙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it-IT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it-IT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nary>
                            </m:e>
                          </m:d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b="0" i="1" dirty="0" smtClean="0">
                                      <a:latin typeface="Cambria Math" panose="02040503050406030204" pitchFamily="18" charset="0"/>
                                    </a:rPr>
                                    <m:t>𝑑𝑙</m:t>
                                  </m:r>
                                </m:e>
                              </m:acc>
                            </m:e>
                            <m:sub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it-IT" dirty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nary>
                      <m:r>
                        <a:rPr lang="it-IT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𝑑𝑙</m:t>
                              </m:r>
                            </m:e>
                          </m:acc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nary>
                                <m:naryPr>
                                  <m:supHide m:val="on"/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nary>
                                    <m:naryPr>
                                      <m:supHide m:val="on"/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Sup>
                                        <m:sSubSupPr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sub>
                                    <m:sup/>
                                    <m:e>
                                      <m:f>
                                        <m:fPr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Sup>
                                            <m:sSubSupPr>
                                              <m:ctrlP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  <m:sup>
                                              <m: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  <m:sSubSup>
                                        <m:sSubSupPr>
                                          <m:ctrlPr>
                                            <a:rPr lang="it-IT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it-IT" i="1" dirty="0">
                                                  <a:latin typeface="Cambria Math" panose="02040503050406030204" pitchFamily="18" charset="0"/>
                                                </a:rPr>
                                                <m:t>𝑑𝑙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it-IT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it-IT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bSup>
                                    </m:e>
                                  </m:nary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b>
                                    <m:sSub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i="1" dirty="0">
                                              <a:latin typeface="Cambria Math" panose="02040503050406030204" pitchFamily="18" charset="0"/>
                                            </a:rPr>
                                            <m:t>𝑑𝑙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nary>
                      <m:f>
                        <m:f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𝑒𝑛𝑑</m:t>
                              </m:r>
                            </m:sup>
                          </m:sSubSup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𝑠𝑡𝑎𝑟𝑡</m:t>
                              </m:r>
                            </m:sup>
                          </m:sSubSup>
                        </m:e>
                      </m:d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</m:e>
                      </m:nary>
                      <m:f>
                        <m:f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</m:sup>
                      </m:sSubSup>
                      <m:r>
                        <a:rPr lang="it-IT" i="1" dirty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𝑒𝑛𝑑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85753D-DCF8-F8C6-AC11-A137ACF13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558030"/>
              </a:xfrm>
              <a:blipFill>
                <a:blip r:embed="rId2"/>
                <a:stretch>
                  <a:fillRect l="-8685" t="-38078" b="-5694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E4EA94D-18EA-FC2C-1079-3DC95BF77FF4}"/>
                  </a:ext>
                </a:extLst>
              </p:cNvPr>
              <p:cNvSpPr txBox="1"/>
              <p:nvPr/>
            </p:nvSpPr>
            <p:spPr>
              <a:xfrm>
                <a:off x="5746122" y="5913659"/>
                <a:ext cx="1817200" cy="1003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it-IT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it-IT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</m:e>
                      </m:nary>
                      <m:f>
                        <m:fPr>
                          <m:ctrlPr>
                            <a:rPr lang="it-IT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it-IT" sz="24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24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it-IT" sz="24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it-IT" sz="24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r>
                            <a:rPr lang="it-IT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it-IT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E4EA94D-18EA-FC2C-1079-3DC95BF77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122" y="5913659"/>
                <a:ext cx="1817200" cy="1003223"/>
              </a:xfrm>
              <a:prstGeom prst="rect">
                <a:avLst/>
              </a:prstGeom>
              <a:blipFill>
                <a:blip r:embed="rId3"/>
                <a:stretch>
                  <a:fillRect l="-50694" t="-127500" b="-1775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F174C226-D18D-F5A9-BCF0-CC6FE896CD02}"/>
              </a:ext>
            </a:extLst>
          </p:cNvPr>
          <p:cNvGrpSpPr/>
          <p:nvPr/>
        </p:nvGrpSpPr>
        <p:grpSpPr>
          <a:xfrm>
            <a:off x="3839971" y="5308893"/>
            <a:ext cx="4315051" cy="1133926"/>
            <a:chOff x="3839971" y="5308893"/>
            <a:chExt cx="4315051" cy="113392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A44FF7B-A908-7116-286C-9B1BDFA9A7BC}"/>
                </a:ext>
              </a:extLst>
            </p:cNvPr>
            <p:cNvGrpSpPr/>
            <p:nvPr/>
          </p:nvGrpSpPr>
          <p:grpSpPr>
            <a:xfrm rot="5400000">
              <a:off x="6332853" y="5067967"/>
              <a:ext cx="298977" cy="1620001"/>
              <a:chOff x="7453879" y="3360701"/>
              <a:chExt cx="298977" cy="1620001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9C60FB34-2F06-00B3-AD62-B561CFA0E4A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200000">
                <a:off x="7333368" y="4021213"/>
                <a:ext cx="540000" cy="298977"/>
                <a:chOff x="2887363" y="5330087"/>
                <a:chExt cx="1799966" cy="996572"/>
              </a:xfrm>
            </p:grpSpPr>
            <p:sp>
              <p:nvSpPr>
                <p:cNvPr id="27" name="Arc 26">
                  <a:extLst>
                    <a:ext uri="{FF2B5EF4-FFF2-40B4-BE49-F238E27FC236}">
                      <a16:creationId xmlns:a16="http://schemas.microsoft.com/office/drawing/2014/main" id="{146081C3-5FE0-3FDC-FE72-3AA775324A1D}"/>
                    </a:ext>
                  </a:extLst>
                </p:cNvPr>
                <p:cNvSpPr/>
                <p:nvPr/>
              </p:nvSpPr>
              <p:spPr>
                <a:xfrm>
                  <a:off x="3270422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8" name="Arc 27">
                  <a:extLst>
                    <a:ext uri="{FF2B5EF4-FFF2-40B4-BE49-F238E27FC236}">
                      <a16:creationId xmlns:a16="http://schemas.microsoft.com/office/drawing/2014/main" id="{2392644A-2D3D-DDC1-D3E4-5A9C209D68E7}"/>
                    </a:ext>
                  </a:extLst>
                </p:cNvPr>
                <p:cNvSpPr/>
                <p:nvPr/>
              </p:nvSpPr>
              <p:spPr>
                <a:xfrm>
                  <a:off x="3653481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9" name="Arc 28">
                  <a:extLst>
                    <a:ext uri="{FF2B5EF4-FFF2-40B4-BE49-F238E27FC236}">
                      <a16:creationId xmlns:a16="http://schemas.microsoft.com/office/drawing/2014/main" id="{79245551-A6A2-F6AB-C52D-27C9FAAE667D}"/>
                    </a:ext>
                  </a:extLst>
                </p:cNvPr>
                <p:cNvSpPr/>
                <p:nvPr/>
              </p:nvSpPr>
              <p:spPr>
                <a:xfrm>
                  <a:off x="4036540" y="5330087"/>
                  <a:ext cx="650789" cy="996572"/>
                </a:xfrm>
                <a:prstGeom prst="arc">
                  <a:avLst>
                    <a:gd name="adj1" fmla="val 10790216"/>
                    <a:gd name="adj2" fmla="val 21038836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30" name="Arc 29">
                  <a:extLst>
                    <a:ext uri="{FF2B5EF4-FFF2-40B4-BE49-F238E27FC236}">
                      <a16:creationId xmlns:a16="http://schemas.microsoft.com/office/drawing/2014/main" id="{48D27C12-1639-6A1A-F9E3-F0143C66E14A}"/>
                    </a:ext>
                  </a:extLst>
                </p:cNvPr>
                <p:cNvSpPr/>
                <p:nvPr/>
              </p:nvSpPr>
              <p:spPr>
                <a:xfrm>
                  <a:off x="2887363" y="5330087"/>
                  <a:ext cx="650789" cy="996572"/>
                </a:xfrm>
                <a:prstGeom prst="arc">
                  <a:avLst>
                    <a:gd name="adj1" fmla="val 11355569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31" name="Arc 30">
                  <a:extLst>
                    <a:ext uri="{FF2B5EF4-FFF2-40B4-BE49-F238E27FC236}">
                      <a16:creationId xmlns:a16="http://schemas.microsoft.com/office/drawing/2014/main" id="{027B61A4-4E3C-6923-91EE-5FB0193BE42A}"/>
                    </a:ext>
                  </a:extLst>
                </p:cNvPr>
                <p:cNvSpPr/>
                <p:nvPr/>
              </p:nvSpPr>
              <p:spPr>
                <a:xfrm rot="10800000">
                  <a:off x="3653481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32" name="Arc 31">
                  <a:extLst>
                    <a:ext uri="{FF2B5EF4-FFF2-40B4-BE49-F238E27FC236}">
                      <a16:creationId xmlns:a16="http://schemas.microsoft.com/office/drawing/2014/main" id="{05F2AAC3-A661-3908-8EE0-4A994DE53361}"/>
                    </a:ext>
                  </a:extLst>
                </p:cNvPr>
                <p:cNvSpPr/>
                <p:nvPr/>
              </p:nvSpPr>
              <p:spPr>
                <a:xfrm rot="10800000">
                  <a:off x="4036130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33" name="Arc 32">
                  <a:extLst>
                    <a:ext uri="{FF2B5EF4-FFF2-40B4-BE49-F238E27FC236}">
                      <a16:creationId xmlns:a16="http://schemas.microsoft.com/office/drawing/2014/main" id="{F6935D4E-471A-4C31-DD06-1461E4F17E5D}"/>
                    </a:ext>
                  </a:extLst>
                </p:cNvPr>
                <p:cNvSpPr/>
                <p:nvPr/>
              </p:nvSpPr>
              <p:spPr>
                <a:xfrm rot="10800000">
                  <a:off x="3270011" y="5454663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</p:grp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B2F38EBA-DD6F-C548-7BBD-3DC200284F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9383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E109733-64E3-4921-372E-4FF7B8716C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9917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C68F9DC-AB3C-C58F-765E-1CC9446C3B48}"/>
                </a:ext>
              </a:extLst>
            </p:cNvPr>
            <p:cNvGrpSpPr/>
            <p:nvPr/>
          </p:nvGrpSpPr>
          <p:grpSpPr>
            <a:xfrm rot="5400000">
              <a:off x="5037575" y="5050313"/>
              <a:ext cx="242888" cy="1620001"/>
              <a:chOff x="7860988" y="3360701"/>
              <a:chExt cx="242888" cy="1620001"/>
            </a:xfrm>
          </p:grpSpPr>
          <p:sp>
            <p:nvSpPr>
              <p:cNvPr id="35" name="Line 475">
                <a:extLst>
                  <a:ext uri="{FF2B5EF4-FFF2-40B4-BE49-F238E27FC236}">
                    <a16:creationId xmlns:a16="http://schemas.microsoft.com/office/drawing/2014/main" id="{2C9B3C18-757E-4F67-CDF8-D35C88A052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6" name="Line 476">
                <a:extLst>
                  <a:ext uri="{FF2B5EF4-FFF2-40B4-BE49-F238E27FC236}">
                    <a16:creationId xmlns:a16="http://schemas.microsoft.com/office/drawing/2014/main" id="{3C7CC857-5F8A-58DB-41B1-B55A74B456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7" name="Line 477">
                <a:extLst>
                  <a:ext uri="{FF2B5EF4-FFF2-40B4-BE49-F238E27FC236}">
                    <a16:creationId xmlns:a16="http://schemas.microsoft.com/office/drawing/2014/main" id="{82B0AC74-2EFE-B964-259D-BFA24152E5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8" name="Line 478">
                <a:extLst>
                  <a:ext uri="{FF2B5EF4-FFF2-40B4-BE49-F238E27FC236}">
                    <a16:creationId xmlns:a16="http://schemas.microsoft.com/office/drawing/2014/main" id="{D1ADCB3F-7FE2-B312-BEF8-B10DAC1168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9" name="Line 479">
                <a:extLst>
                  <a:ext uri="{FF2B5EF4-FFF2-40B4-BE49-F238E27FC236}">
                    <a16:creationId xmlns:a16="http://schemas.microsoft.com/office/drawing/2014/main" id="{A31E5687-E61B-C74E-5D61-31FB141702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0" name="Line 480">
                <a:extLst>
                  <a:ext uri="{FF2B5EF4-FFF2-40B4-BE49-F238E27FC236}">
                    <a16:creationId xmlns:a16="http://schemas.microsoft.com/office/drawing/2014/main" id="{DE573BA9-91C8-9C3D-E849-B53AF3212E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1" name="Line 481">
                <a:extLst>
                  <a:ext uri="{FF2B5EF4-FFF2-40B4-BE49-F238E27FC236}">
                    <a16:creationId xmlns:a16="http://schemas.microsoft.com/office/drawing/2014/main" id="{D3D90EB1-98B4-1B2C-4044-07575FD846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2" name="Line 482">
                <a:extLst>
                  <a:ext uri="{FF2B5EF4-FFF2-40B4-BE49-F238E27FC236}">
                    <a16:creationId xmlns:a16="http://schemas.microsoft.com/office/drawing/2014/main" id="{6314CA0A-84E8-E0D9-523B-AF165CC361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3" name="Line 483">
                <a:extLst>
                  <a:ext uri="{FF2B5EF4-FFF2-40B4-BE49-F238E27FC236}">
                    <a16:creationId xmlns:a16="http://schemas.microsoft.com/office/drawing/2014/main" id="{EF706775-022B-B5D4-57E4-0BE6C2F682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1B8F848-7583-D876-BD2E-9E4B051EE2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  <a:headEnd type="triangl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EE0F5D06-CDBF-3354-DBD2-5ABEEB1A30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4A2F340-EAD3-E9DF-DD06-9F8F362B323C}"/>
                    </a:ext>
                  </a:extLst>
                </p:cNvPr>
                <p:cNvSpPr txBox="1"/>
                <p:nvPr/>
              </p:nvSpPr>
              <p:spPr>
                <a:xfrm>
                  <a:off x="4955153" y="6043735"/>
                  <a:ext cx="351698" cy="3990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it-IT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IT" sz="240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4A2F340-EAD3-E9DF-DD06-9F8F362B32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5153" y="6043735"/>
                  <a:ext cx="351698" cy="399084"/>
                </a:xfrm>
                <a:prstGeom prst="rect">
                  <a:avLst/>
                </a:prstGeom>
                <a:blipFill>
                  <a:blip r:embed="rId4"/>
                  <a:stretch>
                    <a:fillRect l="-20690" r="-10345" b="-24242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07E9269-E9DC-EDBA-812A-80E831332347}"/>
                </a:ext>
              </a:extLst>
            </p:cNvPr>
            <p:cNvSpPr/>
            <p:nvPr/>
          </p:nvSpPr>
          <p:spPr>
            <a:xfrm>
              <a:off x="4302128" y="5806069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6DD969B-4A2F-2E97-8DBC-8475F62BEA7E}"/>
                </a:ext>
              </a:extLst>
            </p:cNvPr>
            <p:cNvSpPr/>
            <p:nvPr/>
          </p:nvSpPr>
          <p:spPr>
            <a:xfrm>
              <a:off x="7240568" y="5819460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2059C5A1-A16D-B597-8BFF-B3AFD8488C70}"/>
                    </a:ext>
                  </a:extLst>
                </p:cNvPr>
                <p:cNvSpPr txBox="1"/>
                <p:nvPr/>
              </p:nvSpPr>
              <p:spPr>
                <a:xfrm>
                  <a:off x="3839971" y="5314952"/>
                  <a:ext cx="1701079" cy="5209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it-IT" sz="240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4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it-IT" sz="24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it-IT" sz="24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𝑠𝑡𝑎𝑟𝑡</m:t>
                            </m:r>
                          </m:sup>
                        </m:sSubSup>
                      </m:oMath>
                    </m:oMathPara>
                  </a14:m>
                  <a:endParaRPr lang="en-US" sz="24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2059C5A1-A16D-B597-8BFF-B3AFD8488C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9971" y="5314952"/>
                  <a:ext cx="1701079" cy="520976"/>
                </a:xfrm>
                <a:prstGeom prst="rect">
                  <a:avLst/>
                </a:prstGeom>
                <a:blipFill>
                  <a:blip r:embed="rId5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2E4DD04-BCE3-E6FE-6566-0BE629121915}"/>
                    </a:ext>
                  </a:extLst>
                </p:cNvPr>
                <p:cNvSpPr txBox="1"/>
                <p:nvPr/>
              </p:nvSpPr>
              <p:spPr>
                <a:xfrm>
                  <a:off x="6968200" y="5308893"/>
                  <a:ext cx="1186822" cy="5330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it-IT" sz="24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4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it-IT" sz="24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it-IT" sz="24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𝑒𝑛𝑑</m:t>
                            </m:r>
                          </m:sup>
                        </m:sSubSup>
                      </m:oMath>
                    </m:oMathPara>
                  </a14:m>
                  <a:endParaRPr lang="en-US" sz="24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2E4DD04-BCE3-E6FE-6566-0BE6291219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8200" y="5308893"/>
                  <a:ext cx="1186822" cy="533095"/>
                </a:xfrm>
                <a:prstGeom prst="rect">
                  <a:avLst/>
                </a:prstGeom>
                <a:blipFill>
                  <a:blip r:embed="rId6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51D1742-E7E2-9F6F-AD0E-A2FACA7A7B9A}"/>
                    </a:ext>
                  </a:extLst>
                </p:cNvPr>
                <p:cNvSpPr txBox="1"/>
                <p:nvPr/>
              </p:nvSpPr>
              <p:spPr>
                <a:xfrm>
                  <a:off x="5533587" y="5315554"/>
                  <a:ext cx="605688" cy="4914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it-IT" sz="24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51D1742-E7E2-9F6F-AD0E-A2FACA7A7B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3587" y="5315554"/>
                  <a:ext cx="605688" cy="491417"/>
                </a:xfrm>
                <a:prstGeom prst="rect">
                  <a:avLst/>
                </a:prstGeom>
                <a:blipFill>
                  <a:blip r:embed="rId7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E40B86-1DA3-E665-0573-E245B573A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157271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48EC-3B2C-40F8-D63B-DD7CBC807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Electromagnetic modelling of SC cable</a:t>
            </a:r>
          </a:p>
        </p:txBody>
      </p:sp>
      <p:pic>
        <p:nvPicPr>
          <p:cNvPr id="4" name="Content Placeholder 4" descr="A drawing of a circular object with a black circle&#10;&#10;AI-generated content may be incorrect.">
            <a:extLst>
              <a:ext uri="{FF2B5EF4-FFF2-40B4-BE49-F238E27FC236}">
                <a16:creationId xmlns:a16="http://schemas.microsoft.com/office/drawing/2014/main" id="{84E05053-34F8-0FD8-C719-4ACD646C94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17" t="14674" r="53562" b="6489"/>
          <a:stretch/>
        </p:blipFill>
        <p:spPr>
          <a:xfrm>
            <a:off x="585788" y="1935621"/>
            <a:ext cx="4157662" cy="4131345"/>
          </a:xfrm>
          <a:prstGeom prst="rect">
            <a:avLst/>
          </a:prstGeom>
        </p:spPr>
      </p:pic>
      <p:grpSp>
        <p:nvGrpSpPr>
          <p:cNvPr id="459" name="Group 458">
            <a:extLst>
              <a:ext uri="{FF2B5EF4-FFF2-40B4-BE49-F238E27FC236}">
                <a16:creationId xmlns:a16="http://schemas.microsoft.com/office/drawing/2014/main" id="{F6E8C3AB-21F7-285E-7CDB-39BD261D1D12}"/>
              </a:ext>
            </a:extLst>
          </p:cNvPr>
          <p:cNvGrpSpPr/>
          <p:nvPr/>
        </p:nvGrpSpPr>
        <p:grpSpPr>
          <a:xfrm>
            <a:off x="1222744" y="2491991"/>
            <a:ext cx="2902689" cy="3015674"/>
            <a:chOff x="1222744" y="2491991"/>
            <a:chExt cx="2902689" cy="3015674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3AD71F2-CBB7-4D7D-E64A-49CCBD9CE7FC}"/>
                </a:ext>
              </a:extLst>
            </p:cNvPr>
            <p:cNvSpPr/>
            <p:nvPr/>
          </p:nvSpPr>
          <p:spPr>
            <a:xfrm>
              <a:off x="2431701" y="2491991"/>
              <a:ext cx="693336" cy="512466"/>
            </a:xfrm>
            <a:custGeom>
              <a:avLst/>
              <a:gdLst>
                <a:gd name="connsiteX0" fmla="*/ 10048 w 693336"/>
                <a:gd name="connsiteY0" fmla="*/ 0 h 512466"/>
                <a:gd name="connsiteX1" fmla="*/ 0 w 693336"/>
                <a:gd name="connsiteY1" fmla="*/ 452176 h 512466"/>
                <a:gd name="connsiteX2" fmla="*/ 663191 w 693336"/>
                <a:gd name="connsiteY2" fmla="*/ 512466 h 512466"/>
                <a:gd name="connsiteX3" fmla="*/ 693336 w 693336"/>
                <a:gd name="connsiteY3" fmla="*/ 80387 h 512466"/>
                <a:gd name="connsiteX4" fmla="*/ 60290 w 693336"/>
                <a:gd name="connsiteY4" fmla="*/ 20097 h 512466"/>
                <a:gd name="connsiteX5" fmla="*/ 10048 w 693336"/>
                <a:gd name="connsiteY5" fmla="*/ 0 h 512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3336" h="512466">
                  <a:moveTo>
                    <a:pt x="10048" y="0"/>
                  </a:moveTo>
                  <a:lnTo>
                    <a:pt x="0" y="452176"/>
                  </a:lnTo>
                  <a:lnTo>
                    <a:pt x="663191" y="512466"/>
                  </a:lnTo>
                  <a:lnTo>
                    <a:pt x="693336" y="80387"/>
                  </a:lnTo>
                  <a:lnTo>
                    <a:pt x="60290" y="20097"/>
                  </a:lnTo>
                  <a:lnTo>
                    <a:pt x="10048" y="0"/>
                  </a:lnTo>
                  <a:close/>
                </a:path>
              </a:pathLst>
            </a:custGeom>
            <a:solidFill>
              <a:srgbClr val="C00000">
                <a:alpha val="50000"/>
              </a:srgbClr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EEC7573-9082-9E73-A049-AB3298297DA6}"/>
                </a:ext>
              </a:extLst>
            </p:cNvPr>
            <p:cNvSpPr/>
            <p:nvPr/>
          </p:nvSpPr>
          <p:spPr>
            <a:xfrm>
              <a:off x="1259958" y="2892056"/>
              <a:ext cx="754912" cy="813391"/>
            </a:xfrm>
            <a:custGeom>
              <a:avLst/>
              <a:gdLst>
                <a:gd name="connsiteX0" fmla="*/ 0 w 754912"/>
                <a:gd name="connsiteY0" fmla="*/ 547577 h 813391"/>
                <a:gd name="connsiteX1" fmla="*/ 366823 w 754912"/>
                <a:gd name="connsiteY1" fmla="*/ 813391 h 813391"/>
                <a:gd name="connsiteX2" fmla="*/ 754912 w 754912"/>
                <a:gd name="connsiteY2" fmla="*/ 255181 h 813391"/>
                <a:gd name="connsiteX3" fmla="*/ 398721 w 754912"/>
                <a:gd name="connsiteY3" fmla="*/ 0 h 813391"/>
                <a:gd name="connsiteX4" fmla="*/ 0 w 754912"/>
                <a:gd name="connsiteY4" fmla="*/ 547577 h 813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912" h="813391">
                  <a:moveTo>
                    <a:pt x="0" y="547577"/>
                  </a:moveTo>
                  <a:lnTo>
                    <a:pt x="366823" y="813391"/>
                  </a:lnTo>
                  <a:lnTo>
                    <a:pt x="754912" y="255181"/>
                  </a:lnTo>
                  <a:lnTo>
                    <a:pt x="398721" y="0"/>
                  </a:lnTo>
                  <a:lnTo>
                    <a:pt x="0" y="547577"/>
                  </a:lnTo>
                  <a:close/>
                </a:path>
              </a:pathLst>
            </a:custGeom>
            <a:solidFill>
              <a:srgbClr val="C00000">
                <a:alpha val="50000"/>
              </a:srgbClr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C647E9F-02D1-566D-C1C1-C87C786BEEFB}"/>
                </a:ext>
              </a:extLst>
            </p:cNvPr>
            <p:cNvSpPr/>
            <p:nvPr/>
          </p:nvSpPr>
          <p:spPr>
            <a:xfrm>
              <a:off x="1222744" y="4205177"/>
              <a:ext cx="680484" cy="765544"/>
            </a:xfrm>
            <a:custGeom>
              <a:avLst/>
              <a:gdLst>
                <a:gd name="connsiteX0" fmla="*/ 0 w 680484"/>
                <a:gd name="connsiteY0" fmla="*/ 180753 h 765544"/>
                <a:gd name="connsiteX1" fmla="*/ 276447 w 680484"/>
                <a:gd name="connsiteY1" fmla="*/ 765544 h 765544"/>
                <a:gd name="connsiteX2" fmla="*/ 680484 w 680484"/>
                <a:gd name="connsiteY2" fmla="*/ 574158 h 765544"/>
                <a:gd name="connsiteX3" fmla="*/ 398721 w 680484"/>
                <a:gd name="connsiteY3" fmla="*/ 0 h 765544"/>
                <a:gd name="connsiteX4" fmla="*/ 0 w 680484"/>
                <a:gd name="connsiteY4" fmla="*/ 180753 h 765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0484" h="765544">
                  <a:moveTo>
                    <a:pt x="0" y="180753"/>
                  </a:moveTo>
                  <a:lnTo>
                    <a:pt x="276447" y="765544"/>
                  </a:lnTo>
                  <a:lnTo>
                    <a:pt x="680484" y="574158"/>
                  </a:lnTo>
                  <a:lnTo>
                    <a:pt x="398721" y="0"/>
                  </a:lnTo>
                  <a:lnTo>
                    <a:pt x="0" y="180753"/>
                  </a:lnTo>
                  <a:close/>
                </a:path>
              </a:pathLst>
            </a:custGeom>
            <a:solidFill>
              <a:srgbClr val="C00000">
                <a:alpha val="50000"/>
              </a:srgbClr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A7B11D39-2E12-1C32-92FD-8DE95F17A21B}"/>
                </a:ext>
              </a:extLst>
            </p:cNvPr>
            <p:cNvSpPr/>
            <p:nvPr/>
          </p:nvSpPr>
          <p:spPr>
            <a:xfrm>
              <a:off x="3466214" y="3083442"/>
              <a:ext cx="659219" cy="754911"/>
            </a:xfrm>
            <a:custGeom>
              <a:avLst/>
              <a:gdLst>
                <a:gd name="connsiteX0" fmla="*/ 0 w 659219"/>
                <a:gd name="connsiteY0" fmla="*/ 196702 h 754911"/>
                <a:gd name="connsiteX1" fmla="*/ 265814 w 659219"/>
                <a:gd name="connsiteY1" fmla="*/ 754911 h 754911"/>
                <a:gd name="connsiteX2" fmla="*/ 659219 w 659219"/>
                <a:gd name="connsiteY2" fmla="*/ 563525 h 754911"/>
                <a:gd name="connsiteX3" fmla="*/ 404037 w 659219"/>
                <a:gd name="connsiteY3" fmla="*/ 0 h 754911"/>
                <a:gd name="connsiteX4" fmla="*/ 0 w 659219"/>
                <a:gd name="connsiteY4" fmla="*/ 196702 h 75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219" h="754911">
                  <a:moveTo>
                    <a:pt x="0" y="196702"/>
                  </a:moveTo>
                  <a:lnTo>
                    <a:pt x="265814" y="754911"/>
                  </a:lnTo>
                  <a:lnTo>
                    <a:pt x="659219" y="563525"/>
                  </a:lnTo>
                  <a:lnTo>
                    <a:pt x="404037" y="0"/>
                  </a:lnTo>
                  <a:lnTo>
                    <a:pt x="0" y="196702"/>
                  </a:lnTo>
                  <a:close/>
                </a:path>
              </a:pathLst>
            </a:custGeom>
            <a:solidFill>
              <a:srgbClr val="C00000">
                <a:alpha val="50000"/>
              </a:srgbClr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25489EB-CA1A-483E-E71E-DC4CA8A0D79C}"/>
                </a:ext>
              </a:extLst>
            </p:cNvPr>
            <p:cNvSpPr/>
            <p:nvPr/>
          </p:nvSpPr>
          <p:spPr>
            <a:xfrm>
              <a:off x="3333307" y="4375298"/>
              <a:ext cx="696433" cy="760228"/>
            </a:xfrm>
            <a:custGeom>
              <a:avLst/>
              <a:gdLst>
                <a:gd name="connsiteX0" fmla="*/ 0 w 696433"/>
                <a:gd name="connsiteY0" fmla="*/ 526311 h 760228"/>
                <a:gd name="connsiteX1" fmla="*/ 361507 w 696433"/>
                <a:gd name="connsiteY1" fmla="*/ 0 h 760228"/>
                <a:gd name="connsiteX2" fmla="*/ 696433 w 696433"/>
                <a:gd name="connsiteY2" fmla="*/ 271130 h 760228"/>
                <a:gd name="connsiteX3" fmla="*/ 350874 w 696433"/>
                <a:gd name="connsiteY3" fmla="*/ 760228 h 760228"/>
                <a:gd name="connsiteX4" fmla="*/ 0 w 696433"/>
                <a:gd name="connsiteY4" fmla="*/ 526311 h 76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433" h="760228">
                  <a:moveTo>
                    <a:pt x="0" y="526311"/>
                  </a:moveTo>
                  <a:lnTo>
                    <a:pt x="361507" y="0"/>
                  </a:lnTo>
                  <a:lnTo>
                    <a:pt x="696433" y="271130"/>
                  </a:lnTo>
                  <a:lnTo>
                    <a:pt x="350874" y="760228"/>
                  </a:lnTo>
                  <a:lnTo>
                    <a:pt x="0" y="526311"/>
                  </a:lnTo>
                  <a:close/>
                </a:path>
              </a:pathLst>
            </a:custGeom>
            <a:solidFill>
              <a:srgbClr val="C00000">
                <a:alpha val="50000"/>
              </a:srgbClr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0D26862-EF92-6D6A-CB70-E96080CBA467}"/>
                </a:ext>
              </a:extLst>
            </p:cNvPr>
            <p:cNvSpPr/>
            <p:nvPr/>
          </p:nvSpPr>
          <p:spPr>
            <a:xfrm>
              <a:off x="2243470" y="5029200"/>
              <a:ext cx="669851" cy="478465"/>
            </a:xfrm>
            <a:custGeom>
              <a:avLst/>
              <a:gdLst>
                <a:gd name="connsiteX0" fmla="*/ 0 w 669851"/>
                <a:gd name="connsiteY0" fmla="*/ 419986 h 478465"/>
                <a:gd name="connsiteX1" fmla="*/ 648586 w 669851"/>
                <a:gd name="connsiteY1" fmla="*/ 478465 h 478465"/>
                <a:gd name="connsiteX2" fmla="*/ 669851 w 669851"/>
                <a:gd name="connsiteY2" fmla="*/ 37214 h 478465"/>
                <a:gd name="connsiteX3" fmla="*/ 31897 w 669851"/>
                <a:gd name="connsiteY3" fmla="*/ 0 h 478465"/>
                <a:gd name="connsiteX4" fmla="*/ 0 w 669851"/>
                <a:gd name="connsiteY4" fmla="*/ 419986 h 47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851" h="478465">
                  <a:moveTo>
                    <a:pt x="0" y="419986"/>
                  </a:moveTo>
                  <a:lnTo>
                    <a:pt x="648586" y="478465"/>
                  </a:lnTo>
                  <a:lnTo>
                    <a:pt x="669851" y="37214"/>
                  </a:lnTo>
                  <a:lnTo>
                    <a:pt x="31897" y="0"/>
                  </a:lnTo>
                  <a:lnTo>
                    <a:pt x="0" y="419986"/>
                  </a:lnTo>
                  <a:close/>
                </a:path>
              </a:pathLst>
            </a:custGeom>
            <a:solidFill>
              <a:srgbClr val="C00000">
                <a:alpha val="50000"/>
              </a:srgbClr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9FDD5EB9-37E3-022D-0E91-1B03212C3056}"/>
              </a:ext>
            </a:extLst>
          </p:cNvPr>
          <p:cNvGrpSpPr/>
          <p:nvPr/>
        </p:nvGrpSpPr>
        <p:grpSpPr>
          <a:xfrm>
            <a:off x="5642020" y="2539831"/>
            <a:ext cx="5961763" cy="3055752"/>
            <a:chOff x="5642020" y="2539831"/>
            <a:chExt cx="5961763" cy="3055752"/>
          </a:xfrm>
        </p:grpSpPr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37C23CC8-D5AF-B7D6-7E09-33AFAE0D4D2B}"/>
                </a:ext>
              </a:extLst>
            </p:cNvPr>
            <p:cNvGrpSpPr/>
            <p:nvPr/>
          </p:nvGrpSpPr>
          <p:grpSpPr>
            <a:xfrm>
              <a:off x="5642020" y="2539831"/>
              <a:ext cx="5961763" cy="306124"/>
              <a:chOff x="5447130" y="2491991"/>
              <a:chExt cx="5961763" cy="306124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73400C3-625D-BD59-37B6-D884872E3749}"/>
                  </a:ext>
                </a:extLst>
              </p:cNvPr>
              <p:cNvGrpSpPr/>
              <p:nvPr/>
            </p:nvGrpSpPr>
            <p:grpSpPr>
              <a:xfrm rot="5400000">
                <a:off x="7452737" y="1831479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1BB92A97-CE3A-64B8-2784-E8193898349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15" name="Arc 14">
                    <a:extLst>
                      <a:ext uri="{FF2B5EF4-FFF2-40B4-BE49-F238E27FC236}">
                        <a16:creationId xmlns:a16="http://schemas.microsoft.com/office/drawing/2014/main" id="{6C36E662-326F-5099-2213-5EA052A79ADC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6" name="Arc 15">
                    <a:extLst>
                      <a:ext uri="{FF2B5EF4-FFF2-40B4-BE49-F238E27FC236}">
                        <a16:creationId xmlns:a16="http://schemas.microsoft.com/office/drawing/2014/main" id="{3996D823-E50E-5685-14C2-78A2C437A8E8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7" name="Arc 16">
                    <a:extLst>
                      <a:ext uri="{FF2B5EF4-FFF2-40B4-BE49-F238E27FC236}">
                        <a16:creationId xmlns:a16="http://schemas.microsoft.com/office/drawing/2014/main" id="{886418C9-2857-AC33-F7D9-FE0945E79134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8" name="Arc 17">
                    <a:extLst>
                      <a:ext uri="{FF2B5EF4-FFF2-40B4-BE49-F238E27FC236}">
                        <a16:creationId xmlns:a16="http://schemas.microsoft.com/office/drawing/2014/main" id="{08205900-6502-8FC3-988B-6888022755D4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9" name="Arc 18">
                    <a:extLst>
                      <a:ext uri="{FF2B5EF4-FFF2-40B4-BE49-F238E27FC236}">
                        <a16:creationId xmlns:a16="http://schemas.microsoft.com/office/drawing/2014/main" id="{B5A84322-C8E4-29B8-C9CA-D700C7D3D5D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0" name="Arc 19">
                    <a:extLst>
                      <a:ext uri="{FF2B5EF4-FFF2-40B4-BE49-F238E27FC236}">
                        <a16:creationId xmlns:a16="http://schemas.microsoft.com/office/drawing/2014/main" id="{83D46086-7FE5-D911-B96C-C2B76CF7669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1" name="Arc 20">
                    <a:extLst>
                      <a:ext uri="{FF2B5EF4-FFF2-40B4-BE49-F238E27FC236}">
                        <a16:creationId xmlns:a16="http://schemas.microsoft.com/office/drawing/2014/main" id="{92F5B449-D7F1-7D88-DD65-BC05A3AC014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C4AC7E04-35CB-4F03-5869-1514B6F5BB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86F9E243-39DC-54DC-5605-802928198D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E9D942CB-F18F-A349-5401-571911126300}"/>
                  </a:ext>
                </a:extLst>
              </p:cNvPr>
              <p:cNvGrpSpPr/>
              <p:nvPr/>
            </p:nvGrpSpPr>
            <p:grpSpPr>
              <a:xfrm rot="5400000">
                <a:off x="6157459" y="1813825"/>
                <a:ext cx="242888" cy="1620001"/>
                <a:chOff x="7860988" y="3360701"/>
                <a:chExt cx="242888" cy="1620001"/>
              </a:xfrm>
            </p:grpSpPr>
            <p:sp>
              <p:nvSpPr>
                <p:cNvPr id="23" name="Line 475">
                  <a:extLst>
                    <a:ext uri="{FF2B5EF4-FFF2-40B4-BE49-F238E27FC236}">
                      <a16:creationId xmlns:a16="http://schemas.microsoft.com/office/drawing/2014/main" id="{BBE31827-9007-2AAC-FEED-E345D9DBEF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" name="Line 476">
                  <a:extLst>
                    <a:ext uri="{FF2B5EF4-FFF2-40B4-BE49-F238E27FC236}">
                      <a16:creationId xmlns:a16="http://schemas.microsoft.com/office/drawing/2014/main" id="{67F5E9AB-B83E-F88A-DF95-8276CCAC7C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5" name="Line 477">
                  <a:extLst>
                    <a:ext uri="{FF2B5EF4-FFF2-40B4-BE49-F238E27FC236}">
                      <a16:creationId xmlns:a16="http://schemas.microsoft.com/office/drawing/2014/main" id="{98A4DEBF-A797-3A77-EB08-779E9AA08C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6" name="Line 478">
                  <a:extLst>
                    <a:ext uri="{FF2B5EF4-FFF2-40B4-BE49-F238E27FC236}">
                      <a16:creationId xmlns:a16="http://schemas.microsoft.com/office/drawing/2014/main" id="{A7F56B50-B81C-2CA0-294A-97FF75918E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7" name="Line 479">
                  <a:extLst>
                    <a:ext uri="{FF2B5EF4-FFF2-40B4-BE49-F238E27FC236}">
                      <a16:creationId xmlns:a16="http://schemas.microsoft.com/office/drawing/2014/main" id="{F4194F7F-7700-83B1-FFFC-102E935214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8" name="Line 480">
                  <a:extLst>
                    <a:ext uri="{FF2B5EF4-FFF2-40B4-BE49-F238E27FC236}">
                      <a16:creationId xmlns:a16="http://schemas.microsoft.com/office/drawing/2014/main" id="{57052A05-4ED7-8CBB-9B1C-7EC781B925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9" name="Line 481">
                  <a:extLst>
                    <a:ext uri="{FF2B5EF4-FFF2-40B4-BE49-F238E27FC236}">
                      <a16:creationId xmlns:a16="http://schemas.microsoft.com/office/drawing/2014/main" id="{58B94D59-EC81-2F1A-B5BC-C1A98C707D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0" name="Line 482">
                  <a:extLst>
                    <a:ext uri="{FF2B5EF4-FFF2-40B4-BE49-F238E27FC236}">
                      <a16:creationId xmlns:a16="http://schemas.microsoft.com/office/drawing/2014/main" id="{9F27719F-ACC5-B0CD-8485-6B701E79C9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1" name="Line 483">
                  <a:extLst>
                    <a:ext uri="{FF2B5EF4-FFF2-40B4-BE49-F238E27FC236}">
                      <a16:creationId xmlns:a16="http://schemas.microsoft.com/office/drawing/2014/main" id="{EB214DD2-F7DC-ED37-263E-354071D161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BC4C6D8B-ADD0-A96F-5AD1-D9875FAF9A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D19643FB-1DC9-F039-39D2-55E01F1398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8580B56-0F2C-B3F2-123F-4A955E786CD2}"/>
                  </a:ext>
                </a:extLst>
              </p:cNvPr>
              <p:cNvGrpSpPr/>
              <p:nvPr/>
            </p:nvGrpSpPr>
            <p:grpSpPr>
              <a:xfrm rot="5400000">
                <a:off x="10406838" y="1838626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D577C68B-10CE-43C2-AE50-1C50F7A639E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39" name="Arc 38">
                    <a:extLst>
                      <a:ext uri="{FF2B5EF4-FFF2-40B4-BE49-F238E27FC236}">
                        <a16:creationId xmlns:a16="http://schemas.microsoft.com/office/drawing/2014/main" id="{F8CC5EB2-8B1F-ED0F-1268-D5BC56F2BF7B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0" name="Arc 39">
                    <a:extLst>
                      <a:ext uri="{FF2B5EF4-FFF2-40B4-BE49-F238E27FC236}">
                        <a16:creationId xmlns:a16="http://schemas.microsoft.com/office/drawing/2014/main" id="{1BC300D0-28DD-095E-F3A8-1FB0A23042B3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1" name="Arc 40">
                    <a:extLst>
                      <a:ext uri="{FF2B5EF4-FFF2-40B4-BE49-F238E27FC236}">
                        <a16:creationId xmlns:a16="http://schemas.microsoft.com/office/drawing/2014/main" id="{4444383F-F06C-1709-57ED-5CB309153E22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2" name="Arc 41">
                    <a:extLst>
                      <a:ext uri="{FF2B5EF4-FFF2-40B4-BE49-F238E27FC236}">
                        <a16:creationId xmlns:a16="http://schemas.microsoft.com/office/drawing/2014/main" id="{E460FB09-9BA9-FF6E-DAAE-A77D25AC70E7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3" name="Arc 42">
                    <a:extLst>
                      <a:ext uri="{FF2B5EF4-FFF2-40B4-BE49-F238E27FC236}">
                        <a16:creationId xmlns:a16="http://schemas.microsoft.com/office/drawing/2014/main" id="{893F399E-EEAD-1230-493C-266A57A18C2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4" name="Arc 43">
                    <a:extLst>
                      <a:ext uri="{FF2B5EF4-FFF2-40B4-BE49-F238E27FC236}">
                        <a16:creationId xmlns:a16="http://schemas.microsoft.com/office/drawing/2014/main" id="{01189391-7B6B-64C6-AC06-1509C7D6603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5" name="Arc 44">
                    <a:extLst>
                      <a:ext uri="{FF2B5EF4-FFF2-40B4-BE49-F238E27FC236}">
                        <a16:creationId xmlns:a16="http://schemas.microsoft.com/office/drawing/2014/main" id="{D952881F-2A57-7672-8B28-E72FE1329A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E809391D-DC85-31C8-47B8-3B514D0D8D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30A8AC4-D2CE-0132-33FD-4BE29D15E0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DA35CA57-8141-D953-664B-810F901DD5AC}"/>
                  </a:ext>
                </a:extLst>
              </p:cNvPr>
              <p:cNvGrpSpPr/>
              <p:nvPr/>
            </p:nvGrpSpPr>
            <p:grpSpPr>
              <a:xfrm rot="5400000">
                <a:off x="9111560" y="1820972"/>
                <a:ext cx="242888" cy="1620001"/>
                <a:chOff x="7860988" y="3360701"/>
                <a:chExt cx="242888" cy="1620001"/>
              </a:xfrm>
            </p:grpSpPr>
            <p:sp>
              <p:nvSpPr>
                <p:cNvPr id="47" name="Line 475">
                  <a:extLst>
                    <a:ext uri="{FF2B5EF4-FFF2-40B4-BE49-F238E27FC236}">
                      <a16:creationId xmlns:a16="http://schemas.microsoft.com/office/drawing/2014/main" id="{0B45A075-B3B7-01A5-DA82-13C378F0D9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8" name="Line 476">
                  <a:extLst>
                    <a:ext uri="{FF2B5EF4-FFF2-40B4-BE49-F238E27FC236}">
                      <a16:creationId xmlns:a16="http://schemas.microsoft.com/office/drawing/2014/main" id="{DADC88E2-F481-83D6-8937-2001B2BA9F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9" name="Line 477">
                  <a:extLst>
                    <a:ext uri="{FF2B5EF4-FFF2-40B4-BE49-F238E27FC236}">
                      <a16:creationId xmlns:a16="http://schemas.microsoft.com/office/drawing/2014/main" id="{DD9229F9-24E3-7785-F508-A437F23ECC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0" name="Line 478">
                  <a:extLst>
                    <a:ext uri="{FF2B5EF4-FFF2-40B4-BE49-F238E27FC236}">
                      <a16:creationId xmlns:a16="http://schemas.microsoft.com/office/drawing/2014/main" id="{F1753555-233A-3A5F-2752-4033D1A352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1" name="Line 479">
                  <a:extLst>
                    <a:ext uri="{FF2B5EF4-FFF2-40B4-BE49-F238E27FC236}">
                      <a16:creationId xmlns:a16="http://schemas.microsoft.com/office/drawing/2014/main" id="{A3B2C5EE-B4C1-402B-1F23-E3A962D621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2" name="Line 480">
                  <a:extLst>
                    <a:ext uri="{FF2B5EF4-FFF2-40B4-BE49-F238E27FC236}">
                      <a16:creationId xmlns:a16="http://schemas.microsoft.com/office/drawing/2014/main" id="{5C3AFDA1-B0BA-C017-DEBC-579735DCC8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3" name="Line 481">
                  <a:extLst>
                    <a:ext uri="{FF2B5EF4-FFF2-40B4-BE49-F238E27FC236}">
                      <a16:creationId xmlns:a16="http://schemas.microsoft.com/office/drawing/2014/main" id="{1485E292-C50D-0B74-E263-716568C753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4" name="Line 482">
                  <a:extLst>
                    <a:ext uri="{FF2B5EF4-FFF2-40B4-BE49-F238E27FC236}">
                      <a16:creationId xmlns:a16="http://schemas.microsoft.com/office/drawing/2014/main" id="{58D04566-9571-4CA4-0FCA-BFC492BFA8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5" name="Line 483">
                  <a:extLst>
                    <a:ext uri="{FF2B5EF4-FFF2-40B4-BE49-F238E27FC236}">
                      <a16:creationId xmlns:a16="http://schemas.microsoft.com/office/drawing/2014/main" id="{7FE105EB-3E92-A0BC-C966-B40BA6A08D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00F4B65-9E97-1B95-9008-DB152C2C1E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B857666B-8E22-77F8-D413-644B669232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5D5EE80-588A-9DDD-18F8-D438BB6B1CAF}"/>
                  </a:ext>
                </a:extLst>
              </p:cNvPr>
              <p:cNvSpPr/>
              <p:nvPr/>
            </p:nvSpPr>
            <p:spPr>
              <a:xfrm>
                <a:off x="5447130" y="2575931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CF2951A-94AE-0CAD-2340-8D8621D03A1B}"/>
                  </a:ext>
                </a:extLst>
              </p:cNvPr>
              <p:cNvSpPr/>
              <p:nvPr/>
            </p:nvSpPr>
            <p:spPr>
              <a:xfrm>
                <a:off x="8380991" y="2575931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2EF027A8-AFA8-A8D4-7800-919D93ED3C8D}"/>
                  </a:ext>
                </a:extLst>
              </p:cNvPr>
              <p:cNvSpPr/>
              <p:nvPr/>
            </p:nvSpPr>
            <p:spPr>
              <a:xfrm>
                <a:off x="11314553" y="2578587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963AA23C-5A56-827A-1895-A7CF390EEA77}"/>
                </a:ext>
              </a:extLst>
            </p:cNvPr>
            <p:cNvGrpSpPr/>
            <p:nvPr/>
          </p:nvGrpSpPr>
          <p:grpSpPr>
            <a:xfrm>
              <a:off x="5642020" y="3089757"/>
              <a:ext cx="5961763" cy="306124"/>
              <a:chOff x="5447130" y="2491991"/>
              <a:chExt cx="5961763" cy="306124"/>
            </a:xfrm>
          </p:grpSpPr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B48C0D7F-2835-3265-1C68-9B804D6DBFFC}"/>
                  </a:ext>
                </a:extLst>
              </p:cNvPr>
              <p:cNvGrpSpPr/>
              <p:nvPr/>
            </p:nvGrpSpPr>
            <p:grpSpPr>
              <a:xfrm rot="5400000">
                <a:off x="7452737" y="1831479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249" name="Group 248">
                  <a:extLst>
                    <a:ext uri="{FF2B5EF4-FFF2-40B4-BE49-F238E27FC236}">
                      <a16:creationId xmlns:a16="http://schemas.microsoft.com/office/drawing/2014/main" id="{26AB8999-1A79-FB6F-96C1-795A8DEC1BC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252" name="Arc 251">
                    <a:extLst>
                      <a:ext uri="{FF2B5EF4-FFF2-40B4-BE49-F238E27FC236}">
                        <a16:creationId xmlns:a16="http://schemas.microsoft.com/office/drawing/2014/main" id="{B0039B4E-2C66-A816-5E0D-129C17DD9BF2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53" name="Arc 252">
                    <a:extLst>
                      <a:ext uri="{FF2B5EF4-FFF2-40B4-BE49-F238E27FC236}">
                        <a16:creationId xmlns:a16="http://schemas.microsoft.com/office/drawing/2014/main" id="{D3C5D0D8-3042-6DF7-2B85-C0721086A26A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54" name="Arc 253">
                    <a:extLst>
                      <a:ext uri="{FF2B5EF4-FFF2-40B4-BE49-F238E27FC236}">
                        <a16:creationId xmlns:a16="http://schemas.microsoft.com/office/drawing/2014/main" id="{EB2796C4-E6A1-232F-8CAC-B090E0A0E123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55" name="Arc 254">
                    <a:extLst>
                      <a:ext uri="{FF2B5EF4-FFF2-40B4-BE49-F238E27FC236}">
                        <a16:creationId xmlns:a16="http://schemas.microsoft.com/office/drawing/2014/main" id="{177F8BFB-829A-4EC1-4EC7-7EB1A1EBBB4D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56" name="Arc 255">
                    <a:extLst>
                      <a:ext uri="{FF2B5EF4-FFF2-40B4-BE49-F238E27FC236}">
                        <a16:creationId xmlns:a16="http://schemas.microsoft.com/office/drawing/2014/main" id="{0871093E-C6B1-3FB5-D03F-E5DE61FDA77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57" name="Arc 256">
                    <a:extLst>
                      <a:ext uri="{FF2B5EF4-FFF2-40B4-BE49-F238E27FC236}">
                        <a16:creationId xmlns:a16="http://schemas.microsoft.com/office/drawing/2014/main" id="{167E000C-0C78-6DC5-3C86-0C1B0DE741F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58" name="Arc 257">
                    <a:extLst>
                      <a:ext uri="{FF2B5EF4-FFF2-40B4-BE49-F238E27FC236}">
                        <a16:creationId xmlns:a16="http://schemas.microsoft.com/office/drawing/2014/main" id="{ECC73D3E-6C56-E7AB-46B1-78B3CDBE2E3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250" name="Straight Connector 249">
                  <a:extLst>
                    <a:ext uri="{FF2B5EF4-FFF2-40B4-BE49-F238E27FC236}">
                      <a16:creationId xmlns:a16="http://schemas.microsoft.com/office/drawing/2014/main" id="{846FBCED-B367-632A-A26F-85DA286D43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9C148909-005D-457A-49E9-3281A2E11D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1" name="Group 210">
                <a:extLst>
                  <a:ext uri="{FF2B5EF4-FFF2-40B4-BE49-F238E27FC236}">
                    <a16:creationId xmlns:a16="http://schemas.microsoft.com/office/drawing/2014/main" id="{1654E0B1-7146-76EF-A255-456B19D1BEB1}"/>
                  </a:ext>
                </a:extLst>
              </p:cNvPr>
              <p:cNvGrpSpPr/>
              <p:nvPr/>
            </p:nvGrpSpPr>
            <p:grpSpPr>
              <a:xfrm rot="5400000">
                <a:off x="6157459" y="1813825"/>
                <a:ext cx="242888" cy="1620001"/>
                <a:chOff x="7860988" y="3360701"/>
                <a:chExt cx="242888" cy="1620001"/>
              </a:xfrm>
            </p:grpSpPr>
            <p:sp>
              <p:nvSpPr>
                <p:cNvPr id="238" name="Line 475">
                  <a:extLst>
                    <a:ext uri="{FF2B5EF4-FFF2-40B4-BE49-F238E27FC236}">
                      <a16:creationId xmlns:a16="http://schemas.microsoft.com/office/drawing/2014/main" id="{BE365CD7-8870-5074-9139-5341AD78DF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39" name="Line 476">
                  <a:extLst>
                    <a:ext uri="{FF2B5EF4-FFF2-40B4-BE49-F238E27FC236}">
                      <a16:creationId xmlns:a16="http://schemas.microsoft.com/office/drawing/2014/main" id="{FD731897-8516-2585-20FC-5F6D9D28A6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0" name="Line 477">
                  <a:extLst>
                    <a:ext uri="{FF2B5EF4-FFF2-40B4-BE49-F238E27FC236}">
                      <a16:creationId xmlns:a16="http://schemas.microsoft.com/office/drawing/2014/main" id="{EFB7087D-3CD7-553E-9233-0C54A1B854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1" name="Line 478">
                  <a:extLst>
                    <a:ext uri="{FF2B5EF4-FFF2-40B4-BE49-F238E27FC236}">
                      <a16:creationId xmlns:a16="http://schemas.microsoft.com/office/drawing/2014/main" id="{440D336D-BB38-894F-FA8B-4E52CA6893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2" name="Line 479">
                  <a:extLst>
                    <a:ext uri="{FF2B5EF4-FFF2-40B4-BE49-F238E27FC236}">
                      <a16:creationId xmlns:a16="http://schemas.microsoft.com/office/drawing/2014/main" id="{3F18CBFE-5C21-8669-0AC3-885E156822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3" name="Line 480">
                  <a:extLst>
                    <a:ext uri="{FF2B5EF4-FFF2-40B4-BE49-F238E27FC236}">
                      <a16:creationId xmlns:a16="http://schemas.microsoft.com/office/drawing/2014/main" id="{93A415E9-11FA-2523-4EEE-BE1947E5C1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4" name="Line 481">
                  <a:extLst>
                    <a:ext uri="{FF2B5EF4-FFF2-40B4-BE49-F238E27FC236}">
                      <a16:creationId xmlns:a16="http://schemas.microsoft.com/office/drawing/2014/main" id="{F01CB5E8-CE62-282F-12E1-0E7BC976CB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5" name="Line 482">
                  <a:extLst>
                    <a:ext uri="{FF2B5EF4-FFF2-40B4-BE49-F238E27FC236}">
                      <a16:creationId xmlns:a16="http://schemas.microsoft.com/office/drawing/2014/main" id="{7272EDC1-5E3E-C90A-7EA9-7F0E18F74D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6" name="Line 483">
                  <a:extLst>
                    <a:ext uri="{FF2B5EF4-FFF2-40B4-BE49-F238E27FC236}">
                      <a16:creationId xmlns:a16="http://schemas.microsoft.com/office/drawing/2014/main" id="{B049A416-D3EE-5F82-46C8-75A3DA87A6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C24A8E66-EDF6-2A72-E66A-4449BF4425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E7AADA45-C4FA-71FC-697E-48B111BD6E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A9274506-F3C9-0C5D-B632-F38C90AFA6D2}"/>
                  </a:ext>
                </a:extLst>
              </p:cNvPr>
              <p:cNvGrpSpPr/>
              <p:nvPr/>
            </p:nvGrpSpPr>
            <p:grpSpPr>
              <a:xfrm rot="5400000">
                <a:off x="10406838" y="1838626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228" name="Group 227">
                  <a:extLst>
                    <a:ext uri="{FF2B5EF4-FFF2-40B4-BE49-F238E27FC236}">
                      <a16:creationId xmlns:a16="http://schemas.microsoft.com/office/drawing/2014/main" id="{1E78C784-01D8-58A4-DE18-D676684E269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231" name="Arc 230">
                    <a:extLst>
                      <a:ext uri="{FF2B5EF4-FFF2-40B4-BE49-F238E27FC236}">
                        <a16:creationId xmlns:a16="http://schemas.microsoft.com/office/drawing/2014/main" id="{8EE29DD4-0866-EC93-A02A-78F416356BD7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32" name="Arc 231">
                    <a:extLst>
                      <a:ext uri="{FF2B5EF4-FFF2-40B4-BE49-F238E27FC236}">
                        <a16:creationId xmlns:a16="http://schemas.microsoft.com/office/drawing/2014/main" id="{5A851A57-B64C-ED6E-883B-A29C800B9E0E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33" name="Arc 232">
                    <a:extLst>
                      <a:ext uri="{FF2B5EF4-FFF2-40B4-BE49-F238E27FC236}">
                        <a16:creationId xmlns:a16="http://schemas.microsoft.com/office/drawing/2014/main" id="{B5A2DED7-3CCC-0DE6-FA02-60AA7376447C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34" name="Arc 233">
                    <a:extLst>
                      <a:ext uri="{FF2B5EF4-FFF2-40B4-BE49-F238E27FC236}">
                        <a16:creationId xmlns:a16="http://schemas.microsoft.com/office/drawing/2014/main" id="{C3A1508D-96B1-BAC9-6A9F-8E3A8CC5FB5B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35" name="Arc 234">
                    <a:extLst>
                      <a:ext uri="{FF2B5EF4-FFF2-40B4-BE49-F238E27FC236}">
                        <a16:creationId xmlns:a16="http://schemas.microsoft.com/office/drawing/2014/main" id="{FF5B3326-AF15-711C-587C-EA9A28EEAE9E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36" name="Arc 235">
                    <a:extLst>
                      <a:ext uri="{FF2B5EF4-FFF2-40B4-BE49-F238E27FC236}">
                        <a16:creationId xmlns:a16="http://schemas.microsoft.com/office/drawing/2014/main" id="{5F3494F8-BDBC-9AC2-9FF5-1789AA2201F8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37" name="Arc 236">
                    <a:extLst>
                      <a:ext uri="{FF2B5EF4-FFF2-40B4-BE49-F238E27FC236}">
                        <a16:creationId xmlns:a16="http://schemas.microsoft.com/office/drawing/2014/main" id="{FF34CA4A-B9F6-6636-9E55-26997F67B8D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AE1B37D7-08F1-9906-D66A-0F9F3AD17D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837B7E84-AFBC-A7EF-09BD-1534A83996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A7E34E57-6E42-F043-F208-0A57618F801A}"/>
                  </a:ext>
                </a:extLst>
              </p:cNvPr>
              <p:cNvGrpSpPr/>
              <p:nvPr/>
            </p:nvGrpSpPr>
            <p:grpSpPr>
              <a:xfrm rot="5400000">
                <a:off x="9111560" y="1820972"/>
                <a:ext cx="242888" cy="1620001"/>
                <a:chOff x="7860988" y="3360701"/>
                <a:chExt cx="242888" cy="1620001"/>
              </a:xfrm>
            </p:grpSpPr>
            <p:sp>
              <p:nvSpPr>
                <p:cNvPr id="217" name="Line 475">
                  <a:extLst>
                    <a:ext uri="{FF2B5EF4-FFF2-40B4-BE49-F238E27FC236}">
                      <a16:creationId xmlns:a16="http://schemas.microsoft.com/office/drawing/2014/main" id="{7A8D8C16-EEB3-AC69-F555-D9BCA2B099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18" name="Line 476">
                  <a:extLst>
                    <a:ext uri="{FF2B5EF4-FFF2-40B4-BE49-F238E27FC236}">
                      <a16:creationId xmlns:a16="http://schemas.microsoft.com/office/drawing/2014/main" id="{36BFEFF9-2F2F-17A6-D867-7B50E51679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19" name="Line 477">
                  <a:extLst>
                    <a:ext uri="{FF2B5EF4-FFF2-40B4-BE49-F238E27FC236}">
                      <a16:creationId xmlns:a16="http://schemas.microsoft.com/office/drawing/2014/main" id="{9804D165-A522-5C8B-69C0-6EB66EBB3D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0" name="Line 478">
                  <a:extLst>
                    <a:ext uri="{FF2B5EF4-FFF2-40B4-BE49-F238E27FC236}">
                      <a16:creationId xmlns:a16="http://schemas.microsoft.com/office/drawing/2014/main" id="{40C50A0A-5819-2C46-42ED-389361C7A7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1" name="Line 479">
                  <a:extLst>
                    <a:ext uri="{FF2B5EF4-FFF2-40B4-BE49-F238E27FC236}">
                      <a16:creationId xmlns:a16="http://schemas.microsoft.com/office/drawing/2014/main" id="{FC0FFC73-D93B-5AE0-1CF9-6844B2FFA0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2" name="Line 480">
                  <a:extLst>
                    <a:ext uri="{FF2B5EF4-FFF2-40B4-BE49-F238E27FC236}">
                      <a16:creationId xmlns:a16="http://schemas.microsoft.com/office/drawing/2014/main" id="{56888E8F-D51E-916A-A158-C0E9B89C0A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3" name="Line 481">
                  <a:extLst>
                    <a:ext uri="{FF2B5EF4-FFF2-40B4-BE49-F238E27FC236}">
                      <a16:creationId xmlns:a16="http://schemas.microsoft.com/office/drawing/2014/main" id="{0140E2EE-D503-4CA1-FB99-F1E1926C98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4" name="Line 482">
                  <a:extLst>
                    <a:ext uri="{FF2B5EF4-FFF2-40B4-BE49-F238E27FC236}">
                      <a16:creationId xmlns:a16="http://schemas.microsoft.com/office/drawing/2014/main" id="{68EEFBC6-1714-5D1D-2C3C-85F62DDCC0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5" name="Line 483">
                  <a:extLst>
                    <a:ext uri="{FF2B5EF4-FFF2-40B4-BE49-F238E27FC236}">
                      <a16:creationId xmlns:a16="http://schemas.microsoft.com/office/drawing/2014/main" id="{A0D50932-C95B-6C8F-329B-483C0AFF8A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A35298A4-CFDA-C9DD-BD7E-AAC9B5F7D3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3CAE5E4D-F2C4-69B2-4F28-5C58A3199B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0984118A-169F-7007-7293-AE8CDA70B451}"/>
                  </a:ext>
                </a:extLst>
              </p:cNvPr>
              <p:cNvSpPr/>
              <p:nvPr/>
            </p:nvSpPr>
            <p:spPr>
              <a:xfrm>
                <a:off x="5447130" y="2575931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38767313-E5BD-7DEB-8005-A3BF42BD0E96}"/>
                  </a:ext>
                </a:extLst>
              </p:cNvPr>
              <p:cNvSpPr/>
              <p:nvPr/>
            </p:nvSpPr>
            <p:spPr>
              <a:xfrm>
                <a:off x="8380991" y="2575931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E68644E8-7724-D2D4-5885-244344E7D2A5}"/>
                  </a:ext>
                </a:extLst>
              </p:cNvPr>
              <p:cNvSpPr/>
              <p:nvPr/>
            </p:nvSpPr>
            <p:spPr>
              <a:xfrm>
                <a:off x="11314553" y="2578587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C4BE4AC4-B22D-BBB7-35BF-4FCF2BDDE72C}"/>
                </a:ext>
              </a:extLst>
            </p:cNvPr>
            <p:cNvGrpSpPr/>
            <p:nvPr/>
          </p:nvGrpSpPr>
          <p:grpSpPr>
            <a:xfrm>
              <a:off x="5642020" y="3639683"/>
              <a:ext cx="5961763" cy="306124"/>
              <a:chOff x="5447130" y="2491991"/>
              <a:chExt cx="5961763" cy="306124"/>
            </a:xfrm>
          </p:grpSpPr>
          <p:grpSp>
            <p:nvGrpSpPr>
              <p:cNvPr id="260" name="Group 259">
                <a:extLst>
                  <a:ext uri="{FF2B5EF4-FFF2-40B4-BE49-F238E27FC236}">
                    <a16:creationId xmlns:a16="http://schemas.microsoft.com/office/drawing/2014/main" id="{1B24E96B-6D7E-308C-7F4D-DB980B4DC201}"/>
                  </a:ext>
                </a:extLst>
              </p:cNvPr>
              <p:cNvGrpSpPr/>
              <p:nvPr/>
            </p:nvGrpSpPr>
            <p:grpSpPr>
              <a:xfrm rot="5400000">
                <a:off x="7452737" y="1831479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299" name="Group 298">
                  <a:extLst>
                    <a:ext uri="{FF2B5EF4-FFF2-40B4-BE49-F238E27FC236}">
                      <a16:creationId xmlns:a16="http://schemas.microsoft.com/office/drawing/2014/main" id="{A1191BB1-86CD-3C8A-D9DD-93C7ED66BED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302" name="Arc 301">
                    <a:extLst>
                      <a:ext uri="{FF2B5EF4-FFF2-40B4-BE49-F238E27FC236}">
                        <a16:creationId xmlns:a16="http://schemas.microsoft.com/office/drawing/2014/main" id="{2932FE3F-901A-04A2-442F-96BDCD4B0FE1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03" name="Arc 302">
                    <a:extLst>
                      <a:ext uri="{FF2B5EF4-FFF2-40B4-BE49-F238E27FC236}">
                        <a16:creationId xmlns:a16="http://schemas.microsoft.com/office/drawing/2014/main" id="{BCAE7F73-8FC8-4165-9C4E-7EDD2A64B137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04" name="Arc 303">
                    <a:extLst>
                      <a:ext uri="{FF2B5EF4-FFF2-40B4-BE49-F238E27FC236}">
                        <a16:creationId xmlns:a16="http://schemas.microsoft.com/office/drawing/2014/main" id="{36EA2A7E-0D2F-CC47-1A39-82F6960A9CC0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05" name="Arc 304">
                    <a:extLst>
                      <a:ext uri="{FF2B5EF4-FFF2-40B4-BE49-F238E27FC236}">
                        <a16:creationId xmlns:a16="http://schemas.microsoft.com/office/drawing/2014/main" id="{8E7B1348-2B16-6F11-85A3-697D158FD165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06" name="Arc 305">
                    <a:extLst>
                      <a:ext uri="{FF2B5EF4-FFF2-40B4-BE49-F238E27FC236}">
                        <a16:creationId xmlns:a16="http://schemas.microsoft.com/office/drawing/2014/main" id="{889A792F-9276-B7CE-2A09-853E9DB2BB3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07" name="Arc 306">
                    <a:extLst>
                      <a:ext uri="{FF2B5EF4-FFF2-40B4-BE49-F238E27FC236}">
                        <a16:creationId xmlns:a16="http://schemas.microsoft.com/office/drawing/2014/main" id="{0DC11DA6-45AC-0878-1FD6-77975676962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08" name="Arc 307">
                    <a:extLst>
                      <a:ext uri="{FF2B5EF4-FFF2-40B4-BE49-F238E27FC236}">
                        <a16:creationId xmlns:a16="http://schemas.microsoft.com/office/drawing/2014/main" id="{D3C024E2-9237-F49B-8D95-20908E28C8B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300" name="Straight Connector 299">
                  <a:extLst>
                    <a:ext uri="{FF2B5EF4-FFF2-40B4-BE49-F238E27FC236}">
                      <a16:creationId xmlns:a16="http://schemas.microsoft.com/office/drawing/2014/main" id="{8D1E4C84-16E0-E59E-AC60-580F61B13E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>
                  <a:extLst>
                    <a:ext uri="{FF2B5EF4-FFF2-40B4-BE49-F238E27FC236}">
                      <a16:creationId xmlns:a16="http://schemas.microsoft.com/office/drawing/2014/main" id="{8ED30ADB-87C6-E144-CEE3-35B5862A59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1" name="Group 260">
                <a:extLst>
                  <a:ext uri="{FF2B5EF4-FFF2-40B4-BE49-F238E27FC236}">
                    <a16:creationId xmlns:a16="http://schemas.microsoft.com/office/drawing/2014/main" id="{A7FABEB2-757C-BE86-075B-BC0FDCF1B7F6}"/>
                  </a:ext>
                </a:extLst>
              </p:cNvPr>
              <p:cNvGrpSpPr/>
              <p:nvPr/>
            </p:nvGrpSpPr>
            <p:grpSpPr>
              <a:xfrm rot="5400000">
                <a:off x="6157459" y="1813825"/>
                <a:ext cx="242888" cy="1620001"/>
                <a:chOff x="7860988" y="3360701"/>
                <a:chExt cx="242888" cy="1620001"/>
              </a:xfrm>
            </p:grpSpPr>
            <p:sp>
              <p:nvSpPr>
                <p:cNvPr id="288" name="Line 475">
                  <a:extLst>
                    <a:ext uri="{FF2B5EF4-FFF2-40B4-BE49-F238E27FC236}">
                      <a16:creationId xmlns:a16="http://schemas.microsoft.com/office/drawing/2014/main" id="{8C17092E-1F79-3B47-07D2-C3F48E99AF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89" name="Line 476">
                  <a:extLst>
                    <a:ext uri="{FF2B5EF4-FFF2-40B4-BE49-F238E27FC236}">
                      <a16:creationId xmlns:a16="http://schemas.microsoft.com/office/drawing/2014/main" id="{D03057B8-9D3F-3ABA-2676-486AF911E6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90" name="Line 477">
                  <a:extLst>
                    <a:ext uri="{FF2B5EF4-FFF2-40B4-BE49-F238E27FC236}">
                      <a16:creationId xmlns:a16="http://schemas.microsoft.com/office/drawing/2014/main" id="{9831B7AF-A8CD-5577-1492-9749F8365D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91" name="Line 478">
                  <a:extLst>
                    <a:ext uri="{FF2B5EF4-FFF2-40B4-BE49-F238E27FC236}">
                      <a16:creationId xmlns:a16="http://schemas.microsoft.com/office/drawing/2014/main" id="{568DA1C3-DEC9-E264-29DF-6BE796DC19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92" name="Line 479">
                  <a:extLst>
                    <a:ext uri="{FF2B5EF4-FFF2-40B4-BE49-F238E27FC236}">
                      <a16:creationId xmlns:a16="http://schemas.microsoft.com/office/drawing/2014/main" id="{AF68FC85-2FDD-92CE-2A59-F590C9B45B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93" name="Line 480">
                  <a:extLst>
                    <a:ext uri="{FF2B5EF4-FFF2-40B4-BE49-F238E27FC236}">
                      <a16:creationId xmlns:a16="http://schemas.microsoft.com/office/drawing/2014/main" id="{BE4E5664-3E6F-B2D6-95A8-02D6C22C2A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94" name="Line 481">
                  <a:extLst>
                    <a:ext uri="{FF2B5EF4-FFF2-40B4-BE49-F238E27FC236}">
                      <a16:creationId xmlns:a16="http://schemas.microsoft.com/office/drawing/2014/main" id="{84C0908D-890D-DEE8-09E7-C34ACF6580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95" name="Line 482">
                  <a:extLst>
                    <a:ext uri="{FF2B5EF4-FFF2-40B4-BE49-F238E27FC236}">
                      <a16:creationId xmlns:a16="http://schemas.microsoft.com/office/drawing/2014/main" id="{D7AD1DA5-3A30-2BFC-306F-FB4A53C9CF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96" name="Line 483">
                  <a:extLst>
                    <a:ext uri="{FF2B5EF4-FFF2-40B4-BE49-F238E27FC236}">
                      <a16:creationId xmlns:a16="http://schemas.microsoft.com/office/drawing/2014/main" id="{DC898722-437D-6382-9C45-2DA46F7091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297" name="Straight Connector 296">
                  <a:extLst>
                    <a:ext uri="{FF2B5EF4-FFF2-40B4-BE49-F238E27FC236}">
                      <a16:creationId xmlns:a16="http://schemas.microsoft.com/office/drawing/2014/main" id="{36E395EB-B9A0-B5A6-2C9C-559D9AFA4C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>
                  <a:extLst>
                    <a:ext uri="{FF2B5EF4-FFF2-40B4-BE49-F238E27FC236}">
                      <a16:creationId xmlns:a16="http://schemas.microsoft.com/office/drawing/2014/main" id="{BFD78987-2966-E004-41EC-A7CD4569A6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2EAA4428-E099-C505-D251-DB1220215A58}"/>
                  </a:ext>
                </a:extLst>
              </p:cNvPr>
              <p:cNvGrpSpPr/>
              <p:nvPr/>
            </p:nvGrpSpPr>
            <p:grpSpPr>
              <a:xfrm rot="5400000">
                <a:off x="10406838" y="1838626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278" name="Group 277">
                  <a:extLst>
                    <a:ext uri="{FF2B5EF4-FFF2-40B4-BE49-F238E27FC236}">
                      <a16:creationId xmlns:a16="http://schemas.microsoft.com/office/drawing/2014/main" id="{A7FD461B-4229-F722-3391-5F50B087FFD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281" name="Arc 280">
                    <a:extLst>
                      <a:ext uri="{FF2B5EF4-FFF2-40B4-BE49-F238E27FC236}">
                        <a16:creationId xmlns:a16="http://schemas.microsoft.com/office/drawing/2014/main" id="{ECBF7C1D-2867-B2E6-D892-53658366BDF6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82" name="Arc 281">
                    <a:extLst>
                      <a:ext uri="{FF2B5EF4-FFF2-40B4-BE49-F238E27FC236}">
                        <a16:creationId xmlns:a16="http://schemas.microsoft.com/office/drawing/2014/main" id="{67B3EAC8-53DC-7FE9-C979-6A1445CC81EB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83" name="Arc 282">
                    <a:extLst>
                      <a:ext uri="{FF2B5EF4-FFF2-40B4-BE49-F238E27FC236}">
                        <a16:creationId xmlns:a16="http://schemas.microsoft.com/office/drawing/2014/main" id="{48A8DA77-A2B5-940E-1666-24E40EBE6027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84" name="Arc 283">
                    <a:extLst>
                      <a:ext uri="{FF2B5EF4-FFF2-40B4-BE49-F238E27FC236}">
                        <a16:creationId xmlns:a16="http://schemas.microsoft.com/office/drawing/2014/main" id="{713F3E34-FB3A-AC84-8143-662F4A4EE5BD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85" name="Arc 284">
                    <a:extLst>
                      <a:ext uri="{FF2B5EF4-FFF2-40B4-BE49-F238E27FC236}">
                        <a16:creationId xmlns:a16="http://schemas.microsoft.com/office/drawing/2014/main" id="{428A028E-10E3-6BA9-427E-E9C461090318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86" name="Arc 285">
                    <a:extLst>
                      <a:ext uri="{FF2B5EF4-FFF2-40B4-BE49-F238E27FC236}">
                        <a16:creationId xmlns:a16="http://schemas.microsoft.com/office/drawing/2014/main" id="{333BC9D2-304F-8491-5BFB-983539A0147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87" name="Arc 286">
                    <a:extLst>
                      <a:ext uri="{FF2B5EF4-FFF2-40B4-BE49-F238E27FC236}">
                        <a16:creationId xmlns:a16="http://schemas.microsoft.com/office/drawing/2014/main" id="{9B2B1527-D9FD-1D14-12EE-3243764E6393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279" name="Straight Connector 278">
                  <a:extLst>
                    <a:ext uri="{FF2B5EF4-FFF2-40B4-BE49-F238E27FC236}">
                      <a16:creationId xmlns:a16="http://schemas.microsoft.com/office/drawing/2014/main" id="{0565E18C-BACF-BF82-BEF4-486894CE1E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>
                  <a:extLst>
                    <a:ext uri="{FF2B5EF4-FFF2-40B4-BE49-F238E27FC236}">
                      <a16:creationId xmlns:a16="http://schemas.microsoft.com/office/drawing/2014/main" id="{5EF08AEC-A0A4-F58C-220A-3EB985679C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09E79576-A7A3-9418-3796-BDC87AB5FD92}"/>
                  </a:ext>
                </a:extLst>
              </p:cNvPr>
              <p:cNvGrpSpPr/>
              <p:nvPr/>
            </p:nvGrpSpPr>
            <p:grpSpPr>
              <a:xfrm rot="5400000">
                <a:off x="9111560" y="1820972"/>
                <a:ext cx="242888" cy="1620001"/>
                <a:chOff x="7860988" y="3360701"/>
                <a:chExt cx="242888" cy="1620001"/>
              </a:xfrm>
            </p:grpSpPr>
            <p:sp>
              <p:nvSpPr>
                <p:cNvPr id="267" name="Line 475">
                  <a:extLst>
                    <a:ext uri="{FF2B5EF4-FFF2-40B4-BE49-F238E27FC236}">
                      <a16:creationId xmlns:a16="http://schemas.microsoft.com/office/drawing/2014/main" id="{C2B2F4B0-5AE5-D08F-6D40-6594E49F94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68" name="Line 476">
                  <a:extLst>
                    <a:ext uri="{FF2B5EF4-FFF2-40B4-BE49-F238E27FC236}">
                      <a16:creationId xmlns:a16="http://schemas.microsoft.com/office/drawing/2014/main" id="{2D364686-67B0-5DCB-40AE-B96798572A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69" name="Line 477">
                  <a:extLst>
                    <a:ext uri="{FF2B5EF4-FFF2-40B4-BE49-F238E27FC236}">
                      <a16:creationId xmlns:a16="http://schemas.microsoft.com/office/drawing/2014/main" id="{8F2AA8F9-164E-F772-7A5B-32689A1C14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70" name="Line 478">
                  <a:extLst>
                    <a:ext uri="{FF2B5EF4-FFF2-40B4-BE49-F238E27FC236}">
                      <a16:creationId xmlns:a16="http://schemas.microsoft.com/office/drawing/2014/main" id="{93B3DFD2-EE06-BE76-3439-231FE81398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71" name="Line 479">
                  <a:extLst>
                    <a:ext uri="{FF2B5EF4-FFF2-40B4-BE49-F238E27FC236}">
                      <a16:creationId xmlns:a16="http://schemas.microsoft.com/office/drawing/2014/main" id="{3CE472EC-7DB2-2107-7E27-A7A2A23328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72" name="Line 480">
                  <a:extLst>
                    <a:ext uri="{FF2B5EF4-FFF2-40B4-BE49-F238E27FC236}">
                      <a16:creationId xmlns:a16="http://schemas.microsoft.com/office/drawing/2014/main" id="{539CE4ED-96DB-81E9-7F46-0ED18F420C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73" name="Line 481">
                  <a:extLst>
                    <a:ext uri="{FF2B5EF4-FFF2-40B4-BE49-F238E27FC236}">
                      <a16:creationId xmlns:a16="http://schemas.microsoft.com/office/drawing/2014/main" id="{CE2C5C21-008C-2C07-489C-4E7AF30E84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74" name="Line 482">
                  <a:extLst>
                    <a:ext uri="{FF2B5EF4-FFF2-40B4-BE49-F238E27FC236}">
                      <a16:creationId xmlns:a16="http://schemas.microsoft.com/office/drawing/2014/main" id="{55877E9B-D629-F507-57E2-AD0D96651E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75" name="Line 483">
                  <a:extLst>
                    <a:ext uri="{FF2B5EF4-FFF2-40B4-BE49-F238E27FC236}">
                      <a16:creationId xmlns:a16="http://schemas.microsoft.com/office/drawing/2014/main" id="{0C9EBF99-F382-7604-FFA6-812C67DFE1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ADEFA2F4-2F14-41C6-6CDB-0434D9E631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19919663-855F-448A-05F9-2F8870B8FF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4" name="Oval 263">
                <a:extLst>
                  <a:ext uri="{FF2B5EF4-FFF2-40B4-BE49-F238E27FC236}">
                    <a16:creationId xmlns:a16="http://schemas.microsoft.com/office/drawing/2014/main" id="{FB450940-D717-3FFC-0FBF-A6A019E98482}"/>
                  </a:ext>
                </a:extLst>
              </p:cNvPr>
              <p:cNvSpPr/>
              <p:nvPr/>
            </p:nvSpPr>
            <p:spPr>
              <a:xfrm>
                <a:off x="5447130" y="2575931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Oval 264">
                <a:extLst>
                  <a:ext uri="{FF2B5EF4-FFF2-40B4-BE49-F238E27FC236}">
                    <a16:creationId xmlns:a16="http://schemas.microsoft.com/office/drawing/2014/main" id="{241D3CE8-D5C3-DAEF-A336-0113C3E4479F}"/>
                  </a:ext>
                </a:extLst>
              </p:cNvPr>
              <p:cNvSpPr/>
              <p:nvPr/>
            </p:nvSpPr>
            <p:spPr>
              <a:xfrm>
                <a:off x="8380991" y="2575931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8457A4BF-E7A1-365C-BC87-F1B777780F4F}"/>
                  </a:ext>
                </a:extLst>
              </p:cNvPr>
              <p:cNvSpPr/>
              <p:nvPr/>
            </p:nvSpPr>
            <p:spPr>
              <a:xfrm>
                <a:off x="11314553" y="2578587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1D158676-AEE8-D100-509F-AA2F5BE46D40}"/>
                </a:ext>
              </a:extLst>
            </p:cNvPr>
            <p:cNvGrpSpPr/>
            <p:nvPr/>
          </p:nvGrpSpPr>
          <p:grpSpPr>
            <a:xfrm>
              <a:off x="5642020" y="4189609"/>
              <a:ext cx="5961763" cy="306124"/>
              <a:chOff x="5447130" y="2491991"/>
              <a:chExt cx="5961763" cy="306124"/>
            </a:xfrm>
          </p:grpSpPr>
          <p:grpSp>
            <p:nvGrpSpPr>
              <p:cNvPr id="310" name="Group 309">
                <a:extLst>
                  <a:ext uri="{FF2B5EF4-FFF2-40B4-BE49-F238E27FC236}">
                    <a16:creationId xmlns:a16="http://schemas.microsoft.com/office/drawing/2014/main" id="{F631A8C7-5B69-44E3-10CE-3264997D660D}"/>
                  </a:ext>
                </a:extLst>
              </p:cNvPr>
              <p:cNvGrpSpPr/>
              <p:nvPr/>
            </p:nvGrpSpPr>
            <p:grpSpPr>
              <a:xfrm rot="5400000">
                <a:off x="7452737" y="1831479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349" name="Group 348">
                  <a:extLst>
                    <a:ext uri="{FF2B5EF4-FFF2-40B4-BE49-F238E27FC236}">
                      <a16:creationId xmlns:a16="http://schemas.microsoft.com/office/drawing/2014/main" id="{370660A9-3151-68A1-79B2-7EB6EB8F23A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352" name="Arc 351">
                    <a:extLst>
                      <a:ext uri="{FF2B5EF4-FFF2-40B4-BE49-F238E27FC236}">
                        <a16:creationId xmlns:a16="http://schemas.microsoft.com/office/drawing/2014/main" id="{D25AF4ED-C234-7C6D-1B79-A16851099CC9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53" name="Arc 352">
                    <a:extLst>
                      <a:ext uri="{FF2B5EF4-FFF2-40B4-BE49-F238E27FC236}">
                        <a16:creationId xmlns:a16="http://schemas.microsoft.com/office/drawing/2014/main" id="{76F83058-CFF4-C4B7-5410-C5641177D502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54" name="Arc 353">
                    <a:extLst>
                      <a:ext uri="{FF2B5EF4-FFF2-40B4-BE49-F238E27FC236}">
                        <a16:creationId xmlns:a16="http://schemas.microsoft.com/office/drawing/2014/main" id="{A86E36ED-82F8-C7B1-EFCA-7B16EEBCB708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55" name="Arc 354">
                    <a:extLst>
                      <a:ext uri="{FF2B5EF4-FFF2-40B4-BE49-F238E27FC236}">
                        <a16:creationId xmlns:a16="http://schemas.microsoft.com/office/drawing/2014/main" id="{CCF3B53F-35AB-0DFF-D94C-F2B22A06419E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56" name="Arc 355">
                    <a:extLst>
                      <a:ext uri="{FF2B5EF4-FFF2-40B4-BE49-F238E27FC236}">
                        <a16:creationId xmlns:a16="http://schemas.microsoft.com/office/drawing/2014/main" id="{1480ED68-8DDE-F6B2-2B4D-26F4DF797A6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57" name="Arc 356">
                    <a:extLst>
                      <a:ext uri="{FF2B5EF4-FFF2-40B4-BE49-F238E27FC236}">
                        <a16:creationId xmlns:a16="http://schemas.microsoft.com/office/drawing/2014/main" id="{96B35E28-B045-3549-F57F-7B849BC807B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58" name="Arc 357">
                    <a:extLst>
                      <a:ext uri="{FF2B5EF4-FFF2-40B4-BE49-F238E27FC236}">
                        <a16:creationId xmlns:a16="http://schemas.microsoft.com/office/drawing/2014/main" id="{16A23882-4058-F6E6-392D-EBE63BA12E08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350" name="Straight Connector 349">
                  <a:extLst>
                    <a:ext uri="{FF2B5EF4-FFF2-40B4-BE49-F238E27FC236}">
                      <a16:creationId xmlns:a16="http://schemas.microsoft.com/office/drawing/2014/main" id="{8E0A3989-E8E2-8D66-220A-D7C0DFC787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Straight Connector 350">
                  <a:extLst>
                    <a:ext uri="{FF2B5EF4-FFF2-40B4-BE49-F238E27FC236}">
                      <a16:creationId xmlns:a16="http://schemas.microsoft.com/office/drawing/2014/main" id="{E900C532-5F28-ECBB-5CAF-9CBBBF37D0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1" name="Group 310">
                <a:extLst>
                  <a:ext uri="{FF2B5EF4-FFF2-40B4-BE49-F238E27FC236}">
                    <a16:creationId xmlns:a16="http://schemas.microsoft.com/office/drawing/2014/main" id="{B8D63371-BB37-A951-1162-B41392032E22}"/>
                  </a:ext>
                </a:extLst>
              </p:cNvPr>
              <p:cNvGrpSpPr/>
              <p:nvPr/>
            </p:nvGrpSpPr>
            <p:grpSpPr>
              <a:xfrm rot="5400000">
                <a:off x="6157459" y="1813825"/>
                <a:ext cx="242888" cy="1620001"/>
                <a:chOff x="7860988" y="3360701"/>
                <a:chExt cx="242888" cy="1620001"/>
              </a:xfrm>
            </p:grpSpPr>
            <p:sp>
              <p:nvSpPr>
                <p:cNvPr id="338" name="Line 475">
                  <a:extLst>
                    <a:ext uri="{FF2B5EF4-FFF2-40B4-BE49-F238E27FC236}">
                      <a16:creationId xmlns:a16="http://schemas.microsoft.com/office/drawing/2014/main" id="{55C219F1-C383-DF7F-2D58-B03A42EE5C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39" name="Line 476">
                  <a:extLst>
                    <a:ext uri="{FF2B5EF4-FFF2-40B4-BE49-F238E27FC236}">
                      <a16:creationId xmlns:a16="http://schemas.microsoft.com/office/drawing/2014/main" id="{4B8127F5-66A0-83CD-450B-EA45B6411C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40" name="Line 477">
                  <a:extLst>
                    <a:ext uri="{FF2B5EF4-FFF2-40B4-BE49-F238E27FC236}">
                      <a16:creationId xmlns:a16="http://schemas.microsoft.com/office/drawing/2014/main" id="{F25ACAB5-FD84-2925-9209-42131579E5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41" name="Line 478">
                  <a:extLst>
                    <a:ext uri="{FF2B5EF4-FFF2-40B4-BE49-F238E27FC236}">
                      <a16:creationId xmlns:a16="http://schemas.microsoft.com/office/drawing/2014/main" id="{03971621-2336-6261-C621-2ECB213A9D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42" name="Line 479">
                  <a:extLst>
                    <a:ext uri="{FF2B5EF4-FFF2-40B4-BE49-F238E27FC236}">
                      <a16:creationId xmlns:a16="http://schemas.microsoft.com/office/drawing/2014/main" id="{CF26ADB6-354B-0ED0-BDC4-BF7A2920B3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43" name="Line 480">
                  <a:extLst>
                    <a:ext uri="{FF2B5EF4-FFF2-40B4-BE49-F238E27FC236}">
                      <a16:creationId xmlns:a16="http://schemas.microsoft.com/office/drawing/2014/main" id="{F97A244F-A1C9-05A4-691C-B82F2272E9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44" name="Line 481">
                  <a:extLst>
                    <a:ext uri="{FF2B5EF4-FFF2-40B4-BE49-F238E27FC236}">
                      <a16:creationId xmlns:a16="http://schemas.microsoft.com/office/drawing/2014/main" id="{609BC2AC-4A2B-E8F4-50C7-F165340413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45" name="Line 482">
                  <a:extLst>
                    <a:ext uri="{FF2B5EF4-FFF2-40B4-BE49-F238E27FC236}">
                      <a16:creationId xmlns:a16="http://schemas.microsoft.com/office/drawing/2014/main" id="{34B5FD25-BB2A-81D9-D96C-02AB72DA55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46" name="Line 483">
                  <a:extLst>
                    <a:ext uri="{FF2B5EF4-FFF2-40B4-BE49-F238E27FC236}">
                      <a16:creationId xmlns:a16="http://schemas.microsoft.com/office/drawing/2014/main" id="{428D7842-C7F3-2050-762B-C77E0CA198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347" name="Straight Connector 346">
                  <a:extLst>
                    <a:ext uri="{FF2B5EF4-FFF2-40B4-BE49-F238E27FC236}">
                      <a16:creationId xmlns:a16="http://schemas.microsoft.com/office/drawing/2014/main" id="{CE87E71A-09CF-37FD-68B5-6B717A49A3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Straight Connector 347">
                  <a:extLst>
                    <a:ext uri="{FF2B5EF4-FFF2-40B4-BE49-F238E27FC236}">
                      <a16:creationId xmlns:a16="http://schemas.microsoft.com/office/drawing/2014/main" id="{5BA0FC3F-EDC4-8499-D32A-A7BF51E8A9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2" name="Group 311">
                <a:extLst>
                  <a:ext uri="{FF2B5EF4-FFF2-40B4-BE49-F238E27FC236}">
                    <a16:creationId xmlns:a16="http://schemas.microsoft.com/office/drawing/2014/main" id="{72631624-2B32-BFEF-D82A-AEBDA5DC060D}"/>
                  </a:ext>
                </a:extLst>
              </p:cNvPr>
              <p:cNvGrpSpPr/>
              <p:nvPr/>
            </p:nvGrpSpPr>
            <p:grpSpPr>
              <a:xfrm rot="5400000">
                <a:off x="10406838" y="1838626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328" name="Group 327">
                  <a:extLst>
                    <a:ext uri="{FF2B5EF4-FFF2-40B4-BE49-F238E27FC236}">
                      <a16:creationId xmlns:a16="http://schemas.microsoft.com/office/drawing/2014/main" id="{01B83FE6-4878-861D-674A-193A33E2E0B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331" name="Arc 330">
                    <a:extLst>
                      <a:ext uri="{FF2B5EF4-FFF2-40B4-BE49-F238E27FC236}">
                        <a16:creationId xmlns:a16="http://schemas.microsoft.com/office/drawing/2014/main" id="{5408FD76-ECE5-B743-1171-9E59330972B0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32" name="Arc 331">
                    <a:extLst>
                      <a:ext uri="{FF2B5EF4-FFF2-40B4-BE49-F238E27FC236}">
                        <a16:creationId xmlns:a16="http://schemas.microsoft.com/office/drawing/2014/main" id="{02206263-044B-FE5C-0F88-9A28292BF308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33" name="Arc 332">
                    <a:extLst>
                      <a:ext uri="{FF2B5EF4-FFF2-40B4-BE49-F238E27FC236}">
                        <a16:creationId xmlns:a16="http://schemas.microsoft.com/office/drawing/2014/main" id="{6FDC1379-E80B-1A0D-BBFF-39D919761485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34" name="Arc 333">
                    <a:extLst>
                      <a:ext uri="{FF2B5EF4-FFF2-40B4-BE49-F238E27FC236}">
                        <a16:creationId xmlns:a16="http://schemas.microsoft.com/office/drawing/2014/main" id="{A2F14F87-1C9B-E681-DB46-BC3D519BD71D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35" name="Arc 334">
                    <a:extLst>
                      <a:ext uri="{FF2B5EF4-FFF2-40B4-BE49-F238E27FC236}">
                        <a16:creationId xmlns:a16="http://schemas.microsoft.com/office/drawing/2014/main" id="{ED5577BE-83A6-6549-1C70-2365EF92136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36" name="Arc 335">
                    <a:extLst>
                      <a:ext uri="{FF2B5EF4-FFF2-40B4-BE49-F238E27FC236}">
                        <a16:creationId xmlns:a16="http://schemas.microsoft.com/office/drawing/2014/main" id="{28C2FCE8-95A1-FF14-322B-6D8ECDA5A7E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37" name="Arc 336">
                    <a:extLst>
                      <a:ext uri="{FF2B5EF4-FFF2-40B4-BE49-F238E27FC236}">
                        <a16:creationId xmlns:a16="http://schemas.microsoft.com/office/drawing/2014/main" id="{5257A0A6-1F32-E3CE-9625-D0D149D44C48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329" name="Straight Connector 328">
                  <a:extLst>
                    <a:ext uri="{FF2B5EF4-FFF2-40B4-BE49-F238E27FC236}">
                      <a16:creationId xmlns:a16="http://schemas.microsoft.com/office/drawing/2014/main" id="{5BE55901-5C6D-A8FF-4E7A-A0F58997AA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>
                  <a:extLst>
                    <a:ext uri="{FF2B5EF4-FFF2-40B4-BE49-F238E27FC236}">
                      <a16:creationId xmlns:a16="http://schemas.microsoft.com/office/drawing/2014/main" id="{E5CE5842-1819-6A54-63F7-CB67040C4A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3" name="Group 312">
                <a:extLst>
                  <a:ext uri="{FF2B5EF4-FFF2-40B4-BE49-F238E27FC236}">
                    <a16:creationId xmlns:a16="http://schemas.microsoft.com/office/drawing/2014/main" id="{BB8DDF70-06E5-8B46-5FE4-34251F0F996E}"/>
                  </a:ext>
                </a:extLst>
              </p:cNvPr>
              <p:cNvGrpSpPr/>
              <p:nvPr/>
            </p:nvGrpSpPr>
            <p:grpSpPr>
              <a:xfrm rot="5400000">
                <a:off x="9111560" y="1820972"/>
                <a:ext cx="242888" cy="1620001"/>
                <a:chOff x="7860988" y="3360701"/>
                <a:chExt cx="242888" cy="1620001"/>
              </a:xfrm>
            </p:grpSpPr>
            <p:sp>
              <p:nvSpPr>
                <p:cNvPr id="317" name="Line 475">
                  <a:extLst>
                    <a:ext uri="{FF2B5EF4-FFF2-40B4-BE49-F238E27FC236}">
                      <a16:creationId xmlns:a16="http://schemas.microsoft.com/office/drawing/2014/main" id="{043A194F-6B8C-287E-F052-C616EE3816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18" name="Line 476">
                  <a:extLst>
                    <a:ext uri="{FF2B5EF4-FFF2-40B4-BE49-F238E27FC236}">
                      <a16:creationId xmlns:a16="http://schemas.microsoft.com/office/drawing/2014/main" id="{1CBB51F7-5345-E8ED-F5EC-98F9DAB3F6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19" name="Line 477">
                  <a:extLst>
                    <a:ext uri="{FF2B5EF4-FFF2-40B4-BE49-F238E27FC236}">
                      <a16:creationId xmlns:a16="http://schemas.microsoft.com/office/drawing/2014/main" id="{2501CE52-B705-4878-88C6-1E39F6EB20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20" name="Line 478">
                  <a:extLst>
                    <a:ext uri="{FF2B5EF4-FFF2-40B4-BE49-F238E27FC236}">
                      <a16:creationId xmlns:a16="http://schemas.microsoft.com/office/drawing/2014/main" id="{32ABA50C-F99C-DECE-F2B6-5291A1E7A9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21" name="Line 479">
                  <a:extLst>
                    <a:ext uri="{FF2B5EF4-FFF2-40B4-BE49-F238E27FC236}">
                      <a16:creationId xmlns:a16="http://schemas.microsoft.com/office/drawing/2014/main" id="{52AB52A6-5142-9030-1A71-09F7E0DE0F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22" name="Line 480">
                  <a:extLst>
                    <a:ext uri="{FF2B5EF4-FFF2-40B4-BE49-F238E27FC236}">
                      <a16:creationId xmlns:a16="http://schemas.microsoft.com/office/drawing/2014/main" id="{94E6C552-86CD-6ED8-98DC-8AF40C2F1F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23" name="Line 481">
                  <a:extLst>
                    <a:ext uri="{FF2B5EF4-FFF2-40B4-BE49-F238E27FC236}">
                      <a16:creationId xmlns:a16="http://schemas.microsoft.com/office/drawing/2014/main" id="{55FCE23E-2DAE-CFF3-3B43-C0B5EADC01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24" name="Line 482">
                  <a:extLst>
                    <a:ext uri="{FF2B5EF4-FFF2-40B4-BE49-F238E27FC236}">
                      <a16:creationId xmlns:a16="http://schemas.microsoft.com/office/drawing/2014/main" id="{CF4BEE0F-1E54-E22E-0105-06388D92B5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25" name="Line 483">
                  <a:extLst>
                    <a:ext uri="{FF2B5EF4-FFF2-40B4-BE49-F238E27FC236}">
                      <a16:creationId xmlns:a16="http://schemas.microsoft.com/office/drawing/2014/main" id="{7A21C7E6-914C-7A32-B8FD-EFC2778286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326" name="Straight Connector 325">
                  <a:extLst>
                    <a:ext uri="{FF2B5EF4-FFF2-40B4-BE49-F238E27FC236}">
                      <a16:creationId xmlns:a16="http://schemas.microsoft.com/office/drawing/2014/main" id="{D7A2F9D3-F5BE-DFD3-CE38-AD9C8036AB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Straight Connector 326">
                  <a:extLst>
                    <a:ext uri="{FF2B5EF4-FFF2-40B4-BE49-F238E27FC236}">
                      <a16:creationId xmlns:a16="http://schemas.microsoft.com/office/drawing/2014/main" id="{560541FD-3FAE-222B-CC51-41251F66D3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4" name="Oval 313">
                <a:extLst>
                  <a:ext uri="{FF2B5EF4-FFF2-40B4-BE49-F238E27FC236}">
                    <a16:creationId xmlns:a16="http://schemas.microsoft.com/office/drawing/2014/main" id="{BE89A377-8193-6676-DCD7-7F29C6A15014}"/>
                  </a:ext>
                </a:extLst>
              </p:cNvPr>
              <p:cNvSpPr/>
              <p:nvPr/>
            </p:nvSpPr>
            <p:spPr>
              <a:xfrm>
                <a:off x="5447130" y="2575931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5" name="Oval 314">
                <a:extLst>
                  <a:ext uri="{FF2B5EF4-FFF2-40B4-BE49-F238E27FC236}">
                    <a16:creationId xmlns:a16="http://schemas.microsoft.com/office/drawing/2014/main" id="{4AFEE945-4714-61CB-F550-803E9354419A}"/>
                  </a:ext>
                </a:extLst>
              </p:cNvPr>
              <p:cNvSpPr/>
              <p:nvPr/>
            </p:nvSpPr>
            <p:spPr>
              <a:xfrm>
                <a:off x="8380991" y="2575931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6" name="Oval 315">
                <a:extLst>
                  <a:ext uri="{FF2B5EF4-FFF2-40B4-BE49-F238E27FC236}">
                    <a16:creationId xmlns:a16="http://schemas.microsoft.com/office/drawing/2014/main" id="{F21A2F03-CFCA-6EEC-1C95-1185BB76FF89}"/>
                  </a:ext>
                </a:extLst>
              </p:cNvPr>
              <p:cNvSpPr/>
              <p:nvPr/>
            </p:nvSpPr>
            <p:spPr>
              <a:xfrm>
                <a:off x="11314553" y="2578587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9" name="Group 358">
              <a:extLst>
                <a:ext uri="{FF2B5EF4-FFF2-40B4-BE49-F238E27FC236}">
                  <a16:creationId xmlns:a16="http://schemas.microsoft.com/office/drawing/2014/main" id="{D091A493-C017-758D-CEBA-6803599DD8DB}"/>
                </a:ext>
              </a:extLst>
            </p:cNvPr>
            <p:cNvGrpSpPr/>
            <p:nvPr/>
          </p:nvGrpSpPr>
          <p:grpSpPr>
            <a:xfrm>
              <a:off x="5642020" y="4739535"/>
              <a:ext cx="5961763" cy="306124"/>
              <a:chOff x="5447130" y="2491991"/>
              <a:chExt cx="5961763" cy="306124"/>
            </a:xfrm>
          </p:grpSpPr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026AE5CD-9869-23B0-8800-3936DA59FAEB}"/>
                  </a:ext>
                </a:extLst>
              </p:cNvPr>
              <p:cNvGrpSpPr/>
              <p:nvPr/>
            </p:nvGrpSpPr>
            <p:grpSpPr>
              <a:xfrm rot="5400000">
                <a:off x="7452737" y="1831479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399" name="Group 398">
                  <a:extLst>
                    <a:ext uri="{FF2B5EF4-FFF2-40B4-BE49-F238E27FC236}">
                      <a16:creationId xmlns:a16="http://schemas.microsoft.com/office/drawing/2014/main" id="{46BD8E0E-01EB-880A-45EF-DF6B2C2E595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402" name="Arc 401">
                    <a:extLst>
                      <a:ext uri="{FF2B5EF4-FFF2-40B4-BE49-F238E27FC236}">
                        <a16:creationId xmlns:a16="http://schemas.microsoft.com/office/drawing/2014/main" id="{DCD440D3-A654-B9CD-A7F0-62156EF22B8C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03" name="Arc 402">
                    <a:extLst>
                      <a:ext uri="{FF2B5EF4-FFF2-40B4-BE49-F238E27FC236}">
                        <a16:creationId xmlns:a16="http://schemas.microsoft.com/office/drawing/2014/main" id="{C8957238-1B17-D026-D140-7448F2BC89E0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04" name="Arc 403">
                    <a:extLst>
                      <a:ext uri="{FF2B5EF4-FFF2-40B4-BE49-F238E27FC236}">
                        <a16:creationId xmlns:a16="http://schemas.microsoft.com/office/drawing/2014/main" id="{71954D7B-E0F3-3E2C-2C86-A3FCD4222C86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05" name="Arc 404">
                    <a:extLst>
                      <a:ext uri="{FF2B5EF4-FFF2-40B4-BE49-F238E27FC236}">
                        <a16:creationId xmlns:a16="http://schemas.microsoft.com/office/drawing/2014/main" id="{39F5F6D0-7725-6D4F-9B8A-776D9057DFC9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06" name="Arc 405">
                    <a:extLst>
                      <a:ext uri="{FF2B5EF4-FFF2-40B4-BE49-F238E27FC236}">
                        <a16:creationId xmlns:a16="http://schemas.microsoft.com/office/drawing/2014/main" id="{9DBBD4F6-8016-87A5-FE11-99C23AF3860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07" name="Arc 406">
                    <a:extLst>
                      <a:ext uri="{FF2B5EF4-FFF2-40B4-BE49-F238E27FC236}">
                        <a16:creationId xmlns:a16="http://schemas.microsoft.com/office/drawing/2014/main" id="{FBA2373E-471D-7C47-C6EB-4828C76FA15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08" name="Arc 407">
                    <a:extLst>
                      <a:ext uri="{FF2B5EF4-FFF2-40B4-BE49-F238E27FC236}">
                        <a16:creationId xmlns:a16="http://schemas.microsoft.com/office/drawing/2014/main" id="{D6CB7513-8A87-7E9E-B9C3-71CC1AFB2A9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6DE1CE11-5321-FC97-2100-30441E6DCD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Straight Connector 400">
                  <a:extLst>
                    <a:ext uri="{FF2B5EF4-FFF2-40B4-BE49-F238E27FC236}">
                      <a16:creationId xmlns:a16="http://schemas.microsoft.com/office/drawing/2014/main" id="{2198352D-8BBD-AF7D-EE2D-BD25FDB3BF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1" name="Group 360">
                <a:extLst>
                  <a:ext uri="{FF2B5EF4-FFF2-40B4-BE49-F238E27FC236}">
                    <a16:creationId xmlns:a16="http://schemas.microsoft.com/office/drawing/2014/main" id="{6A978011-1EB5-4890-F9A1-A9DB34E3BFF9}"/>
                  </a:ext>
                </a:extLst>
              </p:cNvPr>
              <p:cNvGrpSpPr/>
              <p:nvPr/>
            </p:nvGrpSpPr>
            <p:grpSpPr>
              <a:xfrm rot="5400000">
                <a:off x="6157459" y="1813825"/>
                <a:ext cx="242888" cy="1620001"/>
                <a:chOff x="7860988" y="3360701"/>
                <a:chExt cx="242888" cy="1620001"/>
              </a:xfrm>
            </p:grpSpPr>
            <p:sp>
              <p:nvSpPr>
                <p:cNvPr id="388" name="Line 475">
                  <a:extLst>
                    <a:ext uri="{FF2B5EF4-FFF2-40B4-BE49-F238E27FC236}">
                      <a16:creationId xmlns:a16="http://schemas.microsoft.com/office/drawing/2014/main" id="{13D0EACE-25E0-54E2-B619-EAC2C9C216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89" name="Line 476">
                  <a:extLst>
                    <a:ext uri="{FF2B5EF4-FFF2-40B4-BE49-F238E27FC236}">
                      <a16:creationId xmlns:a16="http://schemas.microsoft.com/office/drawing/2014/main" id="{2B4B06C4-926C-0F63-B002-A392BA5012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90" name="Line 477">
                  <a:extLst>
                    <a:ext uri="{FF2B5EF4-FFF2-40B4-BE49-F238E27FC236}">
                      <a16:creationId xmlns:a16="http://schemas.microsoft.com/office/drawing/2014/main" id="{20B017E2-882F-80F5-A75C-2E43A31FF3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91" name="Line 478">
                  <a:extLst>
                    <a:ext uri="{FF2B5EF4-FFF2-40B4-BE49-F238E27FC236}">
                      <a16:creationId xmlns:a16="http://schemas.microsoft.com/office/drawing/2014/main" id="{931407E8-DFEF-0C3A-15B4-3D14FA30C0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92" name="Line 479">
                  <a:extLst>
                    <a:ext uri="{FF2B5EF4-FFF2-40B4-BE49-F238E27FC236}">
                      <a16:creationId xmlns:a16="http://schemas.microsoft.com/office/drawing/2014/main" id="{9D9D7590-9E66-6A61-F40E-0C5EF45E57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93" name="Line 480">
                  <a:extLst>
                    <a:ext uri="{FF2B5EF4-FFF2-40B4-BE49-F238E27FC236}">
                      <a16:creationId xmlns:a16="http://schemas.microsoft.com/office/drawing/2014/main" id="{FC79341C-13E3-20DB-C69B-12003B00C6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94" name="Line 481">
                  <a:extLst>
                    <a:ext uri="{FF2B5EF4-FFF2-40B4-BE49-F238E27FC236}">
                      <a16:creationId xmlns:a16="http://schemas.microsoft.com/office/drawing/2014/main" id="{C9386859-515B-5E98-B308-03A6496836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95" name="Line 482">
                  <a:extLst>
                    <a:ext uri="{FF2B5EF4-FFF2-40B4-BE49-F238E27FC236}">
                      <a16:creationId xmlns:a16="http://schemas.microsoft.com/office/drawing/2014/main" id="{F3372A10-FF9D-6FC2-8DA8-81E7F7183E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96" name="Line 483">
                  <a:extLst>
                    <a:ext uri="{FF2B5EF4-FFF2-40B4-BE49-F238E27FC236}">
                      <a16:creationId xmlns:a16="http://schemas.microsoft.com/office/drawing/2014/main" id="{15118E2B-5463-E280-14EA-26D315AA2A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397" name="Straight Connector 396">
                  <a:extLst>
                    <a:ext uri="{FF2B5EF4-FFF2-40B4-BE49-F238E27FC236}">
                      <a16:creationId xmlns:a16="http://schemas.microsoft.com/office/drawing/2014/main" id="{F677D635-E505-28B3-EE9C-863C0DEA20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AB3DF8E3-7D54-9487-0202-0F0A963016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2" name="Group 361">
                <a:extLst>
                  <a:ext uri="{FF2B5EF4-FFF2-40B4-BE49-F238E27FC236}">
                    <a16:creationId xmlns:a16="http://schemas.microsoft.com/office/drawing/2014/main" id="{9CA9E0A5-46FC-0554-F998-7495222B6175}"/>
                  </a:ext>
                </a:extLst>
              </p:cNvPr>
              <p:cNvGrpSpPr/>
              <p:nvPr/>
            </p:nvGrpSpPr>
            <p:grpSpPr>
              <a:xfrm rot="5400000">
                <a:off x="10406838" y="1838626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378" name="Group 377">
                  <a:extLst>
                    <a:ext uri="{FF2B5EF4-FFF2-40B4-BE49-F238E27FC236}">
                      <a16:creationId xmlns:a16="http://schemas.microsoft.com/office/drawing/2014/main" id="{B01C094C-63CA-6AB8-074B-1D3BA62EC80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381" name="Arc 380">
                    <a:extLst>
                      <a:ext uri="{FF2B5EF4-FFF2-40B4-BE49-F238E27FC236}">
                        <a16:creationId xmlns:a16="http://schemas.microsoft.com/office/drawing/2014/main" id="{DAEDB57C-7CE3-95AE-C928-E738A375B65C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82" name="Arc 381">
                    <a:extLst>
                      <a:ext uri="{FF2B5EF4-FFF2-40B4-BE49-F238E27FC236}">
                        <a16:creationId xmlns:a16="http://schemas.microsoft.com/office/drawing/2014/main" id="{C88DB54B-FACB-75B2-D976-57B0659F0AF3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83" name="Arc 382">
                    <a:extLst>
                      <a:ext uri="{FF2B5EF4-FFF2-40B4-BE49-F238E27FC236}">
                        <a16:creationId xmlns:a16="http://schemas.microsoft.com/office/drawing/2014/main" id="{ABEBF909-F37F-5CDC-02EA-A638E1B83C3A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84" name="Arc 383">
                    <a:extLst>
                      <a:ext uri="{FF2B5EF4-FFF2-40B4-BE49-F238E27FC236}">
                        <a16:creationId xmlns:a16="http://schemas.microsoft.com/office/drawing/2014/main" id="{F8A9C4C6-79C5-0409-6482-9FAC715E09A6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85" name="Arc 384">
                    <a:extLst>
                      <a:ext uri="{FF2B5EF4-FFF2-40B4-BE49-F238E27FC236}">
                        <a16:creationId xmlns:a16="http://schemas.microsoft.com/office/drawing/2014/main" id="{6E291946-FEC4-70AE-A407-2C140AF1088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86" name="Arc 385">
                    <a:extLst>
                      <a:ext uri="{FF2B5EF4-FFF2-40B4-BE49-F238E27FC236}">
                        <a16:creationId xmlns:a16="http://schemas.microsoft.com/office/drawing/2014/main" id="{47F2C5F3-3090-AD7B-2724-14405DCA368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87" name="Arc 386">
                    <a:extLst>
                      <a:ext uri="{FF2B5EF4-FFF2-40B4-BE49-F238E27FC236}">
                        <a16:creationId xmlns:a16="http://schemas.microsoft.com/office/drawing/2014/main" id="{27281DBF-B30C-FF79-FA0D-C4EFEB3A1DA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64341B7D-4950-74B1-FD68-2D5D88ADC2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Straight Connector 379">
                  <a:extLst>
                    <a:ext uri="{FF2B5EF4-FFF2-40B4-BE49-F238E27FC236}">
                      <a16:creationId xmlns:a16="http://schemas.microsoft.com/office/drawing/2014/main" id="{13D7FBBC-B6F3-1BD5-8CBC-197AE0C552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3" name="Group 362">
                <a:extLst>
                  <a:ext uri="{FF2B5EF4-FFF2-40B4-BE49-F238E27FC236}">
                    <a16:creationId xmlns:a16="http://schemas.microsoft.com/office/drawing/2014/main" id="{FC76454D-2DE9-519E-DB65-EB187B4DC232}"/>
                  </a:ext>
                </a:extLst>
              </p:cNvPr>
              <p:cNvGrpSpPr/>
              <p:nvPr/>
            </p:nvGrpSpPr>
            <p:grpSpPr>
              <a:xfrm rot="5400000">
                <a:off x="9111560" y="1820972"/>
                <a:ext cx="242888" cy="1620001"/>
                <a:chOff x="7860988" y="3360701"/>
                <a:chExt cx="242888" cy="1620001"/>
              </a:xfrm>
            </p:grpSpPr>
            <p:sp>
              <p:nvSpPr>
                <p:cNvPr id="367" name="Line 475">
                  <a:extLst>
                    <a:ext uri="{FF2B5EF4-FFF2-40B4-BE49-F238E27FC236}">
                      <a16:creationId xmlns:a16="http://schemas.microsoft.com/office/drawing/2014/main" id="{606B1CB4-361F-17D4-D231-8B33D7E605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68" name="Line 476">
                  <a:extLst>
                    <a:ext uri="{FF2B5EF4-FFF2-40B4-BE49-F238E27FC236}">
                      <a16:creationId xmlns:a16="http://schemas.microsoft.com/office/drawing/2014/main" id="{8696373E-4ED6-3AAE-7F89-E8DF0A2DD0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69" name="Line 477">
                  <a:extLst>
                    <a:ext uri="{FF2B5EF4-FFF2-40B4-BE49-F238E27FC236}">
                      <a16:creationId xmlns:a16="http://schemas.microsoft.com/office/drawing/2014/main" id="{799D2A82-42BE-9291-DD1A-C34ED03788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70" name="Line 478">
                  <a:extLst>
                    <a:ext uri="{FF2B5EF4-FFF2-40B4-BE49-F238E27FC236}">
                      <a16:creationId xmlns:a16="http://schemas.microsoft.com/office/drawing/2014/main" id="{E7AFA279-9837-FD6D-4EA6-5190A7BB6C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71" name="Line 479">
                  <a:extLst>
                    <a:ext uri="{FF2B5EF4-FFF2-40B4-BE49-F238E27FC236}">
                      <a16:creationId xmlns:a16="http://schemas.microsoft.com/office/drawing/2014/main" id="{92FFB6AB-B5B9-9A7A-4530-438CA0CD27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72" name="Line 480">
                  <a:extLst>
                    <a:ext uri="{FF2B5EF4-FFF2-40B4-BE49-F238E27FC236}">
                      <a16:creationId xmlns:a16="http://schemas.microsoft.com/office/drawing/2014/main" id="{F17ECDC3-1C97-876A-70A3-81429B6C10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73" name="Line 481">
                  <a:extLst>
                    <a:ext uri="{FF2B5EF4-FFF2-40B4-BE49-F238E27FC236}">
                      <a16:creationId xmlns:a16="http://schemas.microsoft.com/office/drawing/2014/main" id="{290D5681-C7B7-0805-8BC2-9BB5CD865D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74" name="Line 482">
                  <a:extLst>
                    <a:ext uri="{FF2B5EF4-FFF2-40B4-BE49-F238E27FC236}">
                      <a16:creationId xmlns:a16="http://schemas.microsoft.com/office/drawing/2014/main" id="{1B92A014-7FE2-70CD-2C20-B577587DE9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75" name="Line 483">
                  <a:extLst>
                    <a:ext uri="{FF2B5EF4-FFF2-40B4-BE49-F238E27FC236}">
                      <a16:creationId xmlns:a16="http://schemas.microsoft.com/office/drawing/2014/main" id="{F5B922AD-E5C4-F60E-C3E3-D2BD9E1B75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EFE72846-083F-0D5D-A439-E26F603B89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>
                  <a:extLst>
                    <a:ext uri="{FF2B5EF4-FFF2-40B4-BE49-F238E27FC236}">
                      <a16:creationId xmlns:a16="http://schemas.microsoft.com/office/drawing/2014/main" id="{26F5CA9D-14EB-C110-8E09-8D4F1C5EAE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4" name="Oval 363">
                <a:extLst>
                  <a:ext uri="{FF2B5EF4-FFF2-40B4-BE49-F238E27FC236}">
                    <a16:creationId xmlns:a16="http://schemas.microsoft.com/office/drawing/2014/main" id="{488C51DC-2CEF-14E9-3171-CBD76E3A81F0}"/>
                  </a:ext>
                </a:extLst>
              </p:cNvPr>
              <p:cNvSpPr/>
              <p:nvPr/>
            </p:nvSpPr>
            <p:spPr>
              <a:xfrm>
                <a:off x="5447130" y="2575931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" name="Oval 364">
                <a:extLst>
                  <a:ext uri="{FF2B5EF4-FFF2-40B4-BE49-F238E27FC236}">
                    <a16:creationId xmlns:a16="http://schemas.microsoft.com/office/drawing/2014/main" id="{B98D809A-D442-4543-CCFD-8646DAD43235}"/>
                  </a:ext>
                </a:extLst>
              </p:cNvPr>
              <p:cNvSpPr/>
              <p:nvPr/>
            </p:nvSpPr>
            <p:spPr>
              <a:xfrm>
                <a:off x="8380991" y="2575931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" name="Oval 365">
                <a:extLst>
                  <a:ext uri="{FF2B5EF4-FFF2-40B4-BE49-F238E27FC236}">
                    <a16:creationId xmlns:a16="http://schemas.microsoft.com/office/drawing/2014/main" id="{98B2F29A-4B99-F21E-7EF1-4E0698741EBF}"/>
                  </a:ext>
                </a:extLst>
              </p:cNvPr>
              <p:cNvSpPr/>
              <p:nvPr/>
            </p:nvSpPr>
            <p:spPr>
              <a:xfrm>
                <a:off x="11314553" y="2578587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9" name="Group 408">
              <a:extLst>
                <a:ext uri="{FF2B5EF4-FFF2-40B4-BE49-F238E27FC236}">
                  <a16:creationId xmlns:a16="http://schemas.microsoft.com/office/drawing/2014/main" id="{6AFF0B48-6C04-C64C-0A67-84558B0091CA}"/>
                </a:ext>
              </a:extLst>
            </p:cNvPr>
            <p:cNvGrpSpPr/>
            <p:nvPr/>
          </p:nvGrpSpPr>
          <p:grpSpPr>
            <a:xfrm>
              <a:off x="5642020" y="5289459"/>
              <a:ext cx="5961763" cy="306124"/>
              <a:chOff x="5447130" y="2491991"/>
              <a:chExt cx="5961763" cy="306124"/>
            </a:xfrm>
          </p:grpSpPr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51358C94-E21D-6461-09C8-7B1DD240EB5D}"/>
                  </a:ext>
                </a:extLst>
              </p:cNvPr>
              <p:cNvGrpSpPr/>
              <p:nvPr/>
            </p:nvGrpSpPr>
            <p:grpSpPr>
              <a:xfrm rot="5400000">
                <a:off x="7452737" y="1831479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449" name="Group 448">
                  <a:extLst>
                    <a:ext uri="{FF2B5EF4-FFF2-40B4-BE49-F238E27FC236}">
                      <a16:creationId xmlns:a16="http://schemas.microsoft.com/office/drawing/2014/main" id="{9EEEFCA4-A476-D088-A162-E609F78B600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452" name="Arc 451">
                    <a:extLst>
                      <a:ext uri="{FF2B5EF4-FFF2-40B4-BE49-F238E27FC236}">
                        <a16:creationId xmlns:a16="http://schemas.microsoft.com/office/drawing/2014/main" id="{3CF737FA-791D-0A32-4A85-C402FC76FBCD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53" name="Arc 452">
                    <a:extLst>
                      <a:ext uri="{FF2B5EF4-FFF2-40B4-BE49-F238E27FC236}">
                        <a16:creationId xmlns:a16="http://schemas.microsoft.com/office/drawing/2014/main" id="{0DD54967-98BD-A85F-CC9F-FE10BC0A2E39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54" name="Arc 453">
                    <a:extLst>
                      <a:ext uri="{FF2B5EF4-FFF2-40B4-BE49-F238E27FC236}">
                        <a16:creationId xmlns:a16="http://schemas.microsoft.com/office/drawing/2014/main" id="{D5F7C23E-4012-DA39-6C6F-941E5345EB26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55" name="Arc 454">
                    <a:extLst>
                      <a:ext uri="{FF2B5EF4-FFF2-40B4-BE49-F238E27FC236}">
                        <a16:creationId xmlns:a16="http://schemas.microsoft.com/office/drawing/2014/main" id="{5AC668A3-D541-0DCB-C76A-468EC1A85907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56" name="Arc 455">
                    <a:extLst>
                      <a:ext uri="{FF2B5EF4-FFF2-40B4-BE49-F238E27FC236}">
                        <a16:creationId xmlns:a16="http://schemas.microsoft.com/office/drawing/2014/main" id="{76D4785D-A039-580C-5941-EF24CFBA434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57" name="Arc 456">
                    <a:extLst>
                      <a:ext uri="{FF2B5EF4-FFF2-40B4-BE49-F238E27FC236}">
                        <a16:creationId xmlns:a16="http://schemas.microsoft.com/office/drawing/2014/main" id="{F21261D9-3F14-1443-D93B-84CB2153D47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58" name="Arc 457">
                    <a:extLst>
                      <a:ext uri="{FF2B5EF4-FFF2-40B4-BE49-F238E27FC236}">
                        <a16:creationId xmlns:a16="http://schemas.microsoft.com/office/drawing/2014/main" id="{8B4BA5E3-525E-73D8-5D49-9ED48CC099E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450" name="Straight Connector 449">
                  <a:extLst>
                    <a:ext uri="{FF2B5EF4-FFF2-40B4-BE49-F238E27FC236}">
                      <a16:creationId xmlns:a16="http://schemas.microsoft.com/office/drawing/2014/main" id="{BB40840E-FACD-1391-3347-FCAD4E9BA7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Straight Connector 450">
                  <a:extLst>
                    <a:ext uri="{FF2B5EF4-FFF2-40B4-BE49-F238E27FC236}">
                      <a16:creationId xmlns:a16="http://schemas.microsoft.com/office/drawing/2014/main" id="{C17BE93A-BA4A-62B7-A3D0-245B3C09EB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1" name="Group 410">
                <a:extLst>
                  <a:ext uri="{FF2B5EF4-FFF2-40B4-BE49-F238E27FC236}">
                    <a16:creationId xmlns:a16="http://schemas.microsoft.com/office/drawing/2014/main" id="{A97D1F5C-40A4-01BC-4496-4BFBD97D6A62}"/>
                  </a:ext>
                </a:extLst>
              </p:cNvPr>
              <p:cNvGrpSpPr/>
              <p:nvPr/>
            </p:nvGrpSpPr>
            <p:grpSpPr>
              <a:xfrm rot="5400000">
                <a:off x="6157459" y="1813825"/>
                <a:ext cx="242888" cy="1620001"/>
                <a:chOff x="7860988" y="3360701"/>
                <a:chExt cx="242888" cy="1620001"/>
              </a:xfrm>
            </p:grpSpPr>
            <p:sp>
              <p:nvSpPr>
                <p:cNvPr id="438" name="Line 475">
                  <a:extLst>
                    <a:ext uri="{FF2B5EF4-FFF2-40B4-BE49-F238E27FC236}">
                      <a16:creationId xmlns:a16="http://schemas.microsoft.com/office/drawing/2014/main" id="{BF6D534E-DF09-5150-883A-F598C9305E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39" name="Line 476">
                  <a:extLst>
                    <a:ext uri="{FF2B5EF4-FFF2-40B4-BE49-F238E27FC236}">
                      <a16:creationId xmlns:a16="http://schemas.microsoft.com/office/drawing/2014/main" id="{FFBBC73D-5BDE-B1ED-8CDD-1D4C10A4E4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40" name="Line 477">
                  <a:extLst>
                    <a:ext uri="{FF2B5EF4-FFF2-40B4-BE49-F238E27FC236}">
                      <a16:creationId xmlns:a16="http://schemas.microsoft.com/office/drawing/2014/main" id="{AC197F02-3085-01BE-CC16-1E950C5D45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41" name="Line 478">
                  <a:extLst>
                    <a:ext uri="{FF2B5EF4-FFF2-40B4-BE49-F238E27FC236}">
                      <a16:creationId xmlns:a16="http://schemas.microsoft.com/office/drawing/2014/main" id="{91A5148A-B736-E58B-36AA-BB25D67159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42" name="Line 479">
                  <a:extLst>
                    <a:ext uri="{FF2B5EF4-FFF2-40B4-BE49-F238E27FC236}">
                      <a16:creationId xmlns:a16="http://schemas.microsoft.com/office/drawing/2014/main" id="{6FD9C7A4-1CD6-0FD0-9600-1478961B9D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43" name="Line 480">
                  <a:extLst>
                    <a:ext uri="{FF2B5EF4-FFF2-40B4-BE49-F238E27FC236}">
                      <a16:creationId xmlns:a16="http://schemas.microsoft.com/office/drawing/2014/main" id="{6982FC14-3913-94D5-3D70-75AD4A503C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44" name="Line 481">
                  <a:extLst>
                    <a:ext uri="{FF2B5EF4-FFF2-40B4-BE49-F238E27FC236}">
                      <a16:creationId xmlns:a16="http://schemas.microsoft.com/office/drawing/2014/main" id="{AF42B266-6E1D-2633-9187-A9E0666CFA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45" name="Line 482">
                  <a:extLst>
                    <a:ext uri="{FF2B5EF4-FFF2-40B4-BE49-F238E27FC236}">
                      <a16:creationId xmlns:a16="http://schemas.microsoft.com/office/drawing/2014/main" id="{091D8C87-4EC4-CC9E-7903-4A49FEFC79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46" name="Line 483">
                  <a:extLst>
                    <a:ext uri="{FF2B5EF4-FFF2-40B4-BE49-F238E27FC236}">
                      <a16:creationId xmlns:a16="http://schemas.microsoft.com/office/drawing/2014/main" id="{EAEB8FDB-4BF1-700A-4AC2-11F0ECFC19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447" name="Straight Connector 446">
                  <a:extLst>
                    <a:ext uri="{FF2B5EF4-FFF2-40B4-BE49-F238E27FC236}">
                      <a16:creationId xmlns:a16="http://schemas.microsoft.com/office/drawing/2014/main" id="{B39C04EC-8A47-5F88-D00C-09FB82B56B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8" name="Straight Connector 447">
                  <a:extLst>
                    <a:ext uri="{FF2B5EF4-FFF2-40B4-BE49-F238E27FC236}">
                      <a16:creationId xmlns:a16="http://schemas.microsoft.com/office/drawing/2014/main" id="{836AF4DB-286C-B426-4342-03EE8C830C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2" name="Group 411">
                <a:extLst>
                  <a:ext uri="{FF2B5EF4-FFF2-40B4-BE49-F238E27FC236}">
                    <a16:creationId xmlns:a16="http://schemas.microsoft.com/office/drawing/2014/main" id="{92F17958-BB0D-6862-FE5F-B9794129C697}"/>
                  </a:ext>
                </a:extLst>
              </p:cNvPr>
              <p:cNvGrpSpPr/>
              <p:nvPr/>
            </p:nvGrpSpPr>
            <p:grpSpPr>
              <a:xfrm rot="5400000">
                <a:off x="10406838" y="1838626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428" name="Group 427">
                  <a:extLst>
                    <a:ext uri="{FF2B5EF4-FFF2-40B4-BE49-F238E27FC236}">
                      <a16:creationId xmlns:a16="http://schemas.microsoft.com/office/drawing/2014/main" id="{C96179FA-3B50-89BA-F95D-6DE9DF8371E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431" name="Arc 430">
                    <a:extLst>
                      <a:ext uri="{FF2B5EF4-FFF2-40B4-BE49-F238E27FC236}">
                        <a16:creationId xmlns:a16="http://schemas.microsoft.com/office/drawing/2014/main" id="{709BB3E3-2F94-868E-089E-E1A55FD9250E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32" name="Arc 431">
                    <a:extLst>
                      <a:ext uri="{FF2B5EF4-FFF2-40B4-BE49-F238E27FC236}">
                        <a16:creationId xmlns:a16="http://schemas.microsoft.com/office/drawing/2014/main" id="{EF862FB5-254C-837D-C3B2-923A259C542C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33" name="Arc 432">
                    <a:extLst>
                      <a:ext uri="{FF2B5EF4-FFF2-40B4-BE49-F238E27FC236}">
                        <a16:creationId xmlns:a16="http://schemas.microsoft.com/office/drawing/2014/main" id="{8DEAE203-7E84-B2E7-5C9B-A81880C6ED1E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34" name="Arc 433">
                    <a:extLst>
                      <a:ext uri="{FF2B5EF4-FFF2-40B4-BE49-F238E27FC236}">
                        <a16:creationId xmlns:a16="http://schemas.microsoft.com/office/drawing/2014/main" id="{14D1BE28-90BA-4F3F-DC87-93FB066B99DB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35" name="Arc 434">
                    <a:extLst>
                      <a:ext uri="{FF2B5EF4-FFF2-40B4-BE49-F238E27FC236}">
                        <a16:creationId xmlns:a16="http://schemas.microsoft.com/office/drawing/2014/main" id="{985D9AC5-18DF-6599-BDCD-7C79CD83E42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36" name="Arc 435">
                    <a:extLst>
                      <a:ext uri="{FF2B5EF4-FFF2-40B4-BE49-F238E27FC236}">
                        <a16:creationId xmlns:a16="http://schemas.microsoft.com/office/drawing/2014/main" id="{769C0771-A3AC-1FF2-34A8-C5771D81803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437" name="Arc 436">
                    <a:extLst>
                      <a:ext uri="{FF2B5EF4-FFF2-40B4-BE49-F238E27FC236}">
                        <a16:creationId xmlns:a16="http://schemas.microsoft.com/office/drawing/2014/main" id="{9E832970-B28E-B181-FC5C-D34234E382D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429" name="Straight Connector 428">
                  <a:extLst>
                    <a:ext uri="{FF2B5EF4-FFF2-40B4-BE49-F238E27FC236}">
                      <a16:creationId xmlns:a16="http://schemas.microsoft.com/office/drawing/2014/main" id="{DBC80637-A040-7B72-44CE-7E23804978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Straight Connector 429">
                  <a:extLst>
                    <a:ext uri="{FF2B5EF4-FFF2-40B4-BE49-F238E27FC236}">
                      <a16:creationId xmlns:a16="http://schemas.microsoft.com/office/drawing/2014/main" id="{4F06C903-4311-F50B-CD86-00689E2AAF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3" name="Group 412">
                <a:extLst>
                  <a:ext uri="{FF2B5EF4-FFF2-40B4-BE49-F238E27FC236}">
                    <a16:creationId xmlns:a16="http://schemas.microsoft.com/office/drawing/2014/main" id="{29F8E4A1-4E6A-0D16-70A5-B791B3B06F5D}"/>
                  </a:ext>
                </a:extLst>
              </p:cNvPr>
              <p:cNvGrpSpPr/>
              <p:nvPr/>
            </p:nvGrpSpPr>
            <p:grpSpPr>
              <a:xfrm rot="5400000">
                <a:off x="9111560" y="1820972"/>
                <a:ext cx="242888" cy="1620001"/>
                <a:chOff x="7860988" y="3360701"/>
                <a:chExt cx="242888" cy="1620001"/>
              </a:xfrm>
            </p:grpSpPr>
            <p:sp>
              <p:nvSpPr>
                <p:cNvPr id="417" name="Line 475">
                  <a:extLst>
                    <a:ext uri="{FF2B5EF4-FFF2-40B4-BE49-F238E27FC236}">
                      <a16:creationId xmlns:a16="http://schemas.microsoft.com/office/drawing/2014/main" id="{98E10AAF-8757-FA02-196E-D6D0132241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18" name="Line 476">
                  <a:extLst>
                    <a:ext uri="{FF2B5EF4-FFF2-40B4-BE49-F238E27FC236}">
                      <a16:creationId xmlns:a16="http://schemas.microsoft.com/office/drawing/2014/main" id="{68285F42-C58F-2775-2581-814DFE8D67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19" name="Line 477">
                  <a:extLst>
                    <a:ext uri="{FF2B5EF4-FFF2-40B4-BE49-F238E27FC236}">
                      <a16:creationId xmlns:a16="http://schemas.microsoft.com/office/drawing/2014/main" id="{5F1A94CD-062B-CE82-D929-2E8D23B0D9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20" name="Line 478">
                  <a:extLst>
                    <a:ext uri="{FF2B5EF4-FFF2-40B4-BE49-F238E27FC236}">
                      <a16:creationId xmlns:a16="http://schemas.microsoft.com/office/drawing/2014/main" id="{8992DD9C-2CA8-3E2C-E253-B7AB972BE0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21" name="Line 479">
                  <a:extLst>
                    <a:ext uri="{FF2B5EF4-FFF2-40B4-BE49-F238E27FC236}">
                      <a16:creationId xmlns:a16="http://schemas.microsoft.com/office/drawing/2014/main" id="{4B9FB650-E988-0321-F241-AEE56D069BC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22" name="Line 480">
                  <a:extLst>
                    <a:ext uri="{FF2B5EF4-FFF2-40B4-BE49-F238E27FC236}">
                      <a16:creationId xmlns:a16="http://schemas.microsoft.com/office/drawing/2014/main" id="{C3278F28-B3EE-D514-649B-5FB31D2BCB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23" name="Line 481">
                  <a:extLst>
                    <a:ext uri="{FF2B5EF4-FFF2-40B4-BE49-F238E27FC236}">
                      <a16:creationId xmlns:a16="http://schemas.microsoft.com/office/drawing/2014/main" id="{2759C315-EE5B-0167-45AA-98D4F0ADA6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24" name="Line 482">
                  <a:extLst>
                    <a:ext uri="{FF2B5EF4-FFF2-40B4-BE49-F238E27FC236}">
                      <a16:creationId xmlns:a16="http://schemas.microsoft.com/office/drawing/2014/main" id="{78666F73-2313-48D0-C82E-15CE86E1B6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425" name="Line 483">
                  <a:extLst>
                    <a:ext uri="{FF2B5EF4-FFF2-40B4-BE49-F238E27FC236}">
                      <a16:creationId xmlns:a16="http://schemas.microsoft.com/office/drawing/2014/main" id="{39C5397C-B707-B0EA-B7C6-2E767C2F3B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426" name="Straight Connector 425">
                  <a:extLst>
                    <a:ext uri="{FF2B5EF4-FFF2-40B4-BE49-F238E27FC236}">
                      <a16:creationId xmlns:a16="http://schemas.microsoft.com/office/drawing/2014/main" id="{316F8027-0A1B-F3CE-4B37-11970791A5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>
                  <a:extLst>
                    <a:ext uri="{FF2B5EF4-FFF2-40B4-BE49-F238E27FC236}">
                      <a16:creationId xmlns:a16="http://schemas.microsoft.com/office/drawing/2014/main" id="{12796294-112C-FBD6-21D7-D58743F345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4" name="Oval 413">
                <a:extLst>
                  <a:ext uri="{FF2B5EF4-FFF2-40B4-BE49-F238E27FC236}">
                    <a16:creationId xmlns:a16="http://schemas.microsoft.com/office/drawing/2014/main" id="{1B6F5B85-93C2-1955-8E68-E07C1841796D}"/>
                  </a:ext>
                </a:extLst>
              </p:cNvPr>
              <p:cNvSpPr/>
              <p:nvPr/>
            </p:nvSpPr>
            <p:spPr>
              <a:xfrm>
                <a:off x="5447130" y="2575931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5" name="Oval 414">
                <a:extLst>
                  <a:ext uri="{FF2B5EF4-FFF2-40B4-BE49-F238E27FC236}">
                    <a16:creationId xmlns:a16="http://schemas.microsoft.com/office/drawing/2014/main" id="{51BB51CA-0591-F59C-FF58-E3E5126BAD97}"/>
                  </a:ext>
                </a:extLst>
              </p:cNvPr>
              <p:cNvSpPr/>
              <p:nvPr/>
            </p:nvSpPr>
            <p:spPr>
              <a:xfrm>
                <a:off x="8380991" y="2575931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6" name="Oval 415">
                <a:extLst>
                  <a:ext uri="{FF2B5EF4-FFF2-40B4-BE49-F238E27FC236}">
                    <a16:creationId xmlns:a16="http://schemas.microsoft.com/office/drawing/2014/main" id="{E9FD0325-DA5A-5B19-0526-32EDB69D43C5}"/>
                  </a:ext>
                </a:extLst>
              </p:cNvPr>
              <p:cNvSpPr/>
              <p:nvPr/>
            </p:nvSpPr>
            <p:spPr>
              <a:xfrm>
                <a:off x="11314553" y="2578587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BA97F-3554-2571-E402-111135BD0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114058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CFDD4-1AE5-AF22-C2D9-7EF1FCAD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Incidence matrix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AB24328-86F9-EAC7-90BD-4E813A347215}"/>
              </a:ext>
            </a:extLst>
          </p:cNvPr>
          <p:cNvGrpSpPr/>
          <p:nvPr/>
        </p:nvGrpSpPr>
        <p:grpSpPr>
          <a:xfrm>
            <a:off x="838200" y="1874869"/>
            <a:ext cx="5961763" cy="306124"/>
            <a:chOff x="5447130" y="2491991"/>
            <a:chExt cx="5961763" cy="30612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3EA85E3-E7F5-37D3-D87A-530BC0580A08}"/>
                </a:ext>
              </a:extLst>
            </p:cNvPr>
            <p:cNvGrpSpPr/>
            <p:nvPr/>
          </p:nvGrpSpPr>
          <p:grpSpPr>
            <a:xfrm rot="5400000">
              <a:off x="7452737" y="1831479"/>
              <a:ext cx="298977" cy="1620001"/>
              <a:chOff x="7453879" y="3360701"/>
              <a:chExt cx="298977" cy="1620001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4D5889A7-9371-2EA8-8ED7-E05F39ED5D8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200000">
                <a:off x="7333368" y="4021213"/>
                <a:ext cx="540000" cy="298977"/>
                <a:chOff x="2887363" y="5330087"/>
                <a:chExt cx="1799966" cy="996572"/>
              </a:xfrm>
            </p:grpSpPr>
            <p:sp>
              <p:nvSpPr>
                <p:cNvPr id="47" name="Arc 46">
                  <a:extLst>
                    <a:ext uri="{FF2B5EF4-FFF2-40B4-BE49-F238E27FC236}">
                      <a16:creationId xmlns:a16="http://schemas.microsoft.com/office/drawing/2014/main" id="{F2E558EF-C1D7-7440-BB76-5890BC020B63}"/>
                    </a:ext>
                  </a:extLst>
                </p:cNvPr>
                <p:cNvSpPr/>
                <p:nvPr/>
              </p:nvSpPr>
              <p:spPr>
                <a:xfrm>
                  <a:off x="3270422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48" name="Arc 47">
                  <a:extLst>
                    <a:ext uri="{FF2B5EF4-FFF2-40B4-BE49-F238E27FC236}">
                      <a16:creationId xmlns:a16="http://schemas.microsoft.com/office/drawing/2014/main" id="{B343297A-5B01-1DAF-6762-7E31DF159270}"/>
                    </a:ext>
                  </a:extLst>
                </p:cNvPr>
                <p:cNvSpPr/>
                <p:nvPr/>
              </p:nvSpPr>
              <p:spPr>
                <a:xfrm>
                  <a:off x="3653481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49" name="Arc 48">
                  <a:extLst>
                    <a:ext uri="{FF2B5EF4-FFF2-40B4-BE49-F238E27FC236}">
                      <a16:creationId xmlns:a16="http://schemas.microsoft.com/office/drawing/2014/main" id="{06552B70-447A-CC05-DA2D-A57B8FC9736A}"/>
                    </a:ext>
                  </a:extLst>
                </p:cNvPr>
                <p:cNvSpPr/>
                <p:nvPr/>
              </p:nvSpPr>
              <p:spPr>
                <a:xfrm>
                  <a:off x="4036540" y="5330087"/>
                  <a:ext cx="650789" cy="996572"/>
                </a:xfrm>
                <a:prstGeom prst="arc">
                  <a:avLst>
                    <a:gd name="adj1" fmla="val 10790216"/>
                    <a:gd name="adj2" fmla="val 21038836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50" name="Arc 49">
                  <a:extLst>
                    <a:ext uri="{FF2B5EF4-FFF2-40B4-BE49-F238E27FC236}">
                      <a16:creationId xmlns:a16="http://schemas.microsoft.com/office/drawing/2014/main" id="{9F7FD52C-04CB-4767-D233-F913953026C0}"/>
                    </a:ext>
                  </a:extLst>
                </p:cNvPr>
                <p:cNvSpPr/>
                <p:nvPr/>
              </p:nvSpPr>
              <p:spPr>
                <a:xfrm>
                  <a:off x="2887363" y="5330087"/>
                  <a:ext cx="650789" cy="996572"/>
                </a:xfrm>
                <a:prstGeom prst="arc">
                  <a:avLst>
                    <a:gd name="adj1" fmla="val 11355569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51" name="Arc 50">
                  <a:extLst>
                    <a:ext uri="{FF2B5EF4-FFF2-40B4-BE49-F238E27FC236}">
                      <a16:creationId xmlns:a16="http://schemas.microsoft.com/office/drawing/2014/main" id="{34DD63CA-A8B8-0E3D-D00E-E0279E7BE81B}"/>
                    </a:ext>
                  </a:extLst>
                </p:cNvPr>
                <p:cNvSpPr/>
                <p:nvPr/>
              </p:nvSpPr>
              <p:spPr>
                <a:xfrm rot="10800000">
                  <a:off x="3653481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52" name="Arc 51">
                  <a:extLst>
                    <a:ext uri="{FF2B5EF4-FFF2-40B4-BE49-F238E27FC236}">
                      <a16:creationId xmlns:a16="http://schemas.microsoft.com/office/drawing/2014/main" id="{0C0BF174-5606-99BC-A5C4-78185F54BD5C}"/>
                    </a:ext>
                  </a:extLst>
                </p:cNvPr>
                <p:cNvSpPr/>
                <p:nvPr/>
              </p:nvSpPr>
              <p:spPr>
                <a:xfrm rot="10800000">
                  <a:off x="4036130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53" name="Arc 52">
                  <a:extLst>
                    <a:ext uri="{FF2B5EF4-FFF2-40B4-BE49-F238E27FC236}">
                      <a16:creationId xmlns:a16="http://schemas.microsoft.com/office/drawing/2014/main" id="{C5704B18-4FF8-9AE1-6A4F-28B7FD281AF7}"/>
                    </a:ext>
                  </a:extLst>
                </p:cNvPr>
                <p:cNvSpPr/>
                <p:nvPr/>
              </p:nvSpPr>
              <p:spPr>
                <a:xfrm rot="10800000">
                  <a:off x="3270011" y="5454663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</p:grp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84DE728-C501-3FBF-AA58-0006DB74F8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9383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D0404E7A-4729-E391-75A0-E9047EE362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9917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EC4E7D5-6F97-8B4F-43D0-5C4A41069530}"/>
                </a:ext>
              </a:extLst>
            </p:cNvPr>
            <p:cNvGrpSpPr/>
            <p:nvPr/>
          </p:nvGrpSpPr>
          <p:grpSpPr>
            <a:xfrm rot="5400000">
              <a:off x="6157459" y="1813825"/>
              <a:ext cx="242888" cy="1620001"/>
              <a:chOff x="7860988" y="3360701"/>
              <a:chExt cx="242888" cy="1620001"/>
            </a:xfrm>
          </p:grpSpPr>
          <p:sp>
            <p:nvSpPr>
              <p:cNvPr id="33" name="Line 475">
                <a:extLst>
                  <a:ext uri="{FF2B5EF4-FFF2-40B4-BE49-F238E27FC236}">
                    <a16:creationId xmlns:a16="http://schemas.microsoft.com/office/drawing/2014/main" id="{072751C0-277D-7A27-E780-EEF5BE82C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4" name="Line 476">
                <a:extLst>
                  <a:ext uri="{FF2B5EF4-FFF2-40B4-BE49-F238E27FC236}">
                    <a16:creationId xmlns:a16="http://schemas.microsoft.com/office/drawing/2014/main" id="{52B8F56F-34CE-C39C-732F-C7214835C5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5" name="Line 477">
                <a:extLst>
                  <a:ext uri="{FF2B5EF4-FFF2-40B4-BE49-F238E27FC236}">
                    <a16:creationId xmlns:a16="http://schemas.microsoft.com/office/drawing/2014/main" id="{59DE5668-E3E7-C478-6FC5-582EB9365B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6" name="Line 478">
                <a:extLst>
                  <a:ext uri="{FF2B5EF4-FFF2-40B4-BE49-F238E27FC236}">
                    <a16:creationId xmlns:a16="http://schemas.microsoft.com/office/drawing/2014/main" id="{445514C0-0503-43C9-EA77-067978248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7" name="Line 479">
                <a:extLst>
                  <a:ext uri="{FF2B5EF4-FFF2-40B4-BE49-F238E27FC236}">
                    <a16:creationId xmlns:a16="http://schemas.microsoft.com/office/drawing/2014/main" id="{0A4D308F-ABFB-871B-C0B9-BFB0CD939F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8" name="Line 480">
                <a:extLst>
                  <a:ext uri="{FF2B5EF4-FFF2-40B4-BE49-F238E27FC236}">
                    <a16:creationId xmlns:a16="http://schemas.microsoft.com/office/drawing/2014/main" id="{69F3CEB0-C508-D29D-2190-8FEC3056EE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9" name="Line 481">
                <a:extLst>
                  <a:ext uri="{FF2B5EF4-FFF2-40B4-BE49-F238E27FC236}">
                    <a16:creationId xmlns:a16="http://schemas.microsoft.com/office/drawing/2014/main" id="{368E7C77-B642-CE08-76D1-2FE4EB35AB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0" name="Line 482">
                <a:extLst>
                  <a:ext uri="{FF2B5EF4-FFF2-40B4-BE49-F238E27FC236}">
                    <a16:creationId xmlns:a16="http://schemas.microsoft.com/office/drawing/2014/main" id="{98260F47-7B59-8928-6512-8C9CFFFB89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1" name="Line 483">
                <a:extLst>
                  <a:ext uri="{FF2B5EF4-FFF2-40B4-BE49-F238E27FC236}">
                    <a16:creationId xmlns:a16="http://schemas.microsoft.com/office/drawing/2014/main" id="{72FF1FCB-2F74-4742-F33E-BC507887A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7A5175BB-29E2-3E8A-8FE7-9E662E0857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  <a:headEnd type="triangl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8ED47E5E-ED2F-8813-BB9C-FE699334D0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2C02E02-9C74-D8B5-BA73-D7AD6A7DD5B3}"/>
                </a:ext>
              </a:extLst>
            </p:cNvPr>
            <p:cNvGrpSpPr/>
            <p:nvPr/>
          </p:nvGrpSpPr>
          <p:grpSpPr>
            <a:xfrm rot="5400000">
              <a:off x="10406838" y="1838626"/>
              <a:ext cx="298977" cy="1620001"/>
              <a:chOff x="7453879" y="3360701"/>
              <a:chExt cx="298977" cy="1620001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38ED7EA-05BB-A5F4-70FE-44580198EED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200000">
                <a:off x="7333368" y="4021213"/>
                <a:ext cx="540000" cy="298977"/>
                <a:chOff x="2887363" y="5330087"/>
                <a:chExt cx="1799966" cy="996572"/>
              </a:xfrm>
            </p:grpSpPr>
            <p:sp>
              <p:nvSpPr>
                <p:cNvPr id="26" name="Arc 25">
                  <a:extLst>
                    <a:ext uri="{FF2B5EF4-FFF2-40B4-BE49-F238E27FC236}">
                      <a16:creationId xmlns:a16="http://schemas.microsoft.com/office/drawing/2014/main" id="{F91858B6-AAE7-20DB-6CEE-774EE76615DD}"/>
                    </a:ext>
                  </a:extLst>
                </p:cNvPr>
                <p:cNvSpPr/>
                <p:nvPr/>
              </p:nvSpPr>
              <p:spPr>
                <a:xfrm>
                  <a:off x="3270422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7" name="Arc 26">
                  <a:extLst>
                    <a:ext uri="{FF2B5EF4-FFF2-40B4-BE49-F238E27FC236}">
                      <a16:creationId xmlns:a16="http://schemas.microsoft.com/office/drawing/2014/main" id="{DD48AFC2-E0B5-49C7-4967-73DC64E6109E}"/>
                    </a:ext>
                  </a:extLst>
                </p:cNvPr>
                <p:cNvSpPr/>
                <p:nvPr/>
              </p:nvSpPr>
              <p:spPr>
                <a:xfrm>
                  <a:off x="3653481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8" name="Arc 27">
                  <a:extLst>
                    <a:ext uri="{FF2B5EF4-FFF2-40B4-BE49-F238E27FC236}">
                      <a16:creationId xmlns:a16="http://schemas.microsoft.com/office/drawing/2014/main" id="{4F37865F-2507-56B9-3650-32B8BE21811A}"/>
                    </a:ext>
                  </a:extLst>
                </p:cNvPr>
                <p:cNvSpPr/>
                <p:nvPr/>
              </p:nvSpPr>
              <p:spPr>
                <a:xfrm>
                  <a:off x="4036540" y="5330087"/>
                  <a:ext cx="650789" cy="996572"/>
                </a:xfrm>
                <a:prstGeom prst="arc">
                  <a:avLst>
                    <a:gd name="adj1" fmla="val 10790216"/>
                    <a:gd name="adj2" fmla="val 21038836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9" name="Arc 28">
                  <a:extLst>
                    <a:ext uri="{FF2B5EF4-FFF2-40B4-BE49-F238E27FC236}">
                      <a16:creationId xmlns:a16="http://schemas.microsoft.com/office/drawing/2014/main" id="{C87FCE31-C211-1B8A-0503-12EC2F1E160D}"/>
                    </a:ext>
                  </a:extLst>
                </p:cNvPr>
                <p:cNvSpPr/>
                <p:nvPr/>
              </p:nvSpPr>
              <p:spPr>
                <a:xfrm>
                  <a:off x="2887363" y="5330087"/>
                  <a:ext cx="650789" cy="996572"/>
                </a:xfrm>
                <a:prstGeom prst="arc">
                  <a:avLst>
                    <a:gd name="adj1" fmla="val 11355569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30" name="Arc 29">
                  <a:extLst>
                    <a:ext uri="{FF2B5EF4-FFF2-40B4-BE49-F238E27FC236}">
                      <a16:creationId xmlns:a16="http://schemas.microsoft.com/office/drawing/2014/main" id="{7745E828-8C27-ED5C-D4C9-C89417D53F52}"/>
                    </a:ext>
                  </a:extLst>
                </p:cNvPr>
                <p:cNvSpPr/>
                <p:nvPr/>
              </p:nvSpPr>
              <p:spPr>
                <a:xfrm rot="10800000">
                  <a:off x="3653481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31" name="Arc 30">
                  <a:extLst>
                    <a:ext uri="{FF2B5EF4-FFF2-40B4-BE49-F238E27FC236}">
                      <a16:creationId xmlns:a16="http://schemas.microsoft.com/office/drawing/2014/main" id="{CE644B97-18FC-A5BB-5D0F-274922ACED75}"/>
                    </a:ext>
                  </a:extLst>
                </p:cNvPr>
                <p:cNvSpPr/>
                <p:nvPr/>
              </p:nvSpPr>
              <p:spPr>
                <a:xfrm rot="10800000">
                  <a:off x="4036130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32" name="Arc 31">
                  <a:extLst>
                    <a:ext uri="{FF2B5EF4-FFF2-40B4-BE49-F238E27FC236}">
                      <a16:creationId xmlns:a16="http://schemas.microsoft.com/office/drawing/2014/main" id="{0E35535C-8F29-F0E9-2ABB-B3BF4D2C4F0F}"/>
                    </a:ext>
                  </a:extLst>
                </p:cNvPr>
                <p:cNvSpPr/>
                <p:nvPr/>
              </p:nvSpPr>
              <p:spPr>
                <a:xfrm rot="10800000">
                  <a:off x="3270011" y="5454663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</p:grp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C4E9715C-9CC2-E80E-0421-10B025E640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9383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4DA8E8E-4AD9-A361-2544-342ADDB704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9917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3CFBA21-27E2-28C4-9A7B-ADAB3499C160}"/>
                </a:ext>
              </a:extLst>
            </p:cNvPr>
            <p:cNvGrpSpPr/>
            <p:nvPr/>
          </p:nvGrpSpPr>
          <p:grpSpPr>
            <a:xfrm rot="5400000">
              <a:off x="9111560" y="1820972"/>
              <a:ext cx="242888" cy="1620001"/>
              <a:chOff x="7860988" y="3360701"/>
              <a:chExt cx="242888" cy="1620001"/>
            </a:xfrm>
          </p:grpSpPr>
          <p:sp>
            <p:nvSpPr>
              <p:cNvPr id="12" name="Line 475">
                <a:extLst>
                  <a:ext uri="{FF2B5EF4-FFF2-40B4-BE49-F238E27FC236}">
                    <a16:creationId xmlns:a16="http://schemas.microsoft.com/office/drawing/2014/main" id="{C403D6B3-2D03-11E8-8971-EBBD70A8CE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3" name="Line 476">
                <a:extLst>
                  <a:ext uri="{FF2B5EF4-FFF2-40B4-BE49-F238E27FC236}">
                    <a16:creationId xmlns:a16="http://schemas.microsoft.com/office/drawing/2014/main" id="{6B5D52D6-1E95-2FA6-FC56-15934F164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4" name="Line 477">
                <a:extLst>
                  <a:ext uri="{FF2B5EF4-FFF2-40B4-BE49-F238E27FC236}">
                    <a16:creationId xmlns:a16="http://schemas.microsoft.com/office/drawing/2014/main" id="{291438CA-58CC-CD18-89F7-FBC901A165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5" name="Line 478">
                <a:extLst>
                  <a:ext uri="{FF2B5EF4-FFF2-40B4-BE49-F238E27FC236}">
                    <a16:creationId xmlns:a16="http://schemas.microsoft.com/office/drawing/2014/main" id="{7AA1DB1D-68A6-9D0D-A534-2BE37C6343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6" name="Line 479">
                <a:extLst>
                  <a:ext uri="{FF2B5EF4-FFF2-40B4-BE49-F238E27FC236}">
                    <a16:creationId xmlns:a16="http://schemas.microsoft.com/office/drawing/2014/main" id="{7BA822F5-0401-35D4-A511-9C98CD45F8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7" name="Line 480">
                <a:extLst>
                  <a:ext uri="{FF2B5EF4-FFF2-40B4-BE49-F238E27FC236}">
                    <a16:creationId xmlns:a16="http://schemas.microsoft.com/office/drawing/2014/main" id="{4DE5AE41-B8E2-A59B-82E8-A4D647DCB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8" name="Line 481">
                <a:extLst>
                  <a:ext uri="{FF2B5EF4-FFF2-40B4-BE49-F238E27FC236}">
                    <a16:creationId xmlns:a16="http://schemas.microsoft.com/office/drawing/2014/main" id="{9DE1C044-1BA9-9FBA-DD5B-D01501E402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9" name="Line 482">
                <a:extLst>
                  <a:ext uri="{FF2B5EF4-FFF2-40B4-BE49-F238E27FC236}">
                    <a16:creationId xmlns:a16="http://schemas.microsoft.com/office/drawing/2014/main" id="{948A5710-9C25-FDA5-3790-B979C60F1E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0" name="Line 483">
                <a:extLst>
                  <a:ext uri="{FF2B5EF4-FFF2-40B4-BE49-F238E27FC236}">
                    <a16:creationId xmlns:a16="http://schemas.microsoft.com/office/drawing/2014/main" id="{3A2EB597-6C0B-BC3B-35E3-C11B97C12B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BE9495B-C123-1C40-A16D-C37194A4F0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  <a:headEnd type="triangl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1B10B587-2476-4869-7FD2-49209218B1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2BA6931-8ECD-D01B-4916-9EF706B96399}"/>
                </a:ext>
              </a:extLst>
            </p:cNvPr>
            <p:cNvSpPr/>
            <p:nvPr/>
          </p:nvSpPr>
          <p:spPr>
            <a:xfrm>
              <a:off x="5447130" y="2575931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71966F2-1F9F-A2F5-FED9-3AF0B31F4587}"/>
                </a:ext>
              </a:extLst>
            </p:cNvPr>
            <p:cNvSpPr/>
            <p:nvPr/>
          </p:nvSpPr>
          <p:spPr>
            <a:xfrm>
              <a:off x="8380991" y="2575931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318A657-BD8D-4090-C467-27AE1C799CFA}"/>
                </a:ext>
              </a:extLst>
            </p:cNvPr>
            <p:cNvSpPr/>
            <p:nvPr/>
          </p:nvSpPr>
          <p:spPr>
            <a:xfrm>
              <a:off x="11314553" y="2578587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D173945-E22D-2FEA-6C66-7FADDC5BA54C}"/>
              </a:ext>
            </a:extLst>
          </p:cNvPr>
          <p:cNvGrpSpPr/>
          <p:nvPr/>
        </p:nvGrpSpPr>
        <p:grpSpPr>
          <a:xfrm>
            <a:off x="838200" y="2664755"/>
            <a:ext cx="5961763" cy="306124"/>
            <a:chOff x="5447130" y="2491991"/>
            <a:chExt cx="5961763" cy="306124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D503D95D-1EDD-9D06-6D5F-D9449E2B6E29}"/>
                </a:ext>
              </a:extLst>
            </p:cNvPr>
            <p:cNvGrpSpPr/>
            <p:nvPr/>
          </p:nvGrpSpPr>
          <p:grpSpPr>
            <a:xfrm rot="5400000">
              <a:off x="7452737" y="1831479"/>
              <a:ext cx="298977" cy="1620001"/>
              <a:chOff x="7453879" y="3360701"/>
              <a:chExt cx="298977" cy="1620001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20797DC1-CD00-8803-2A93-E82EE77A679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200000">
                <a:off x="7333368" y="4021213"/>
                <a:ext cx="540000" cy="298977"/>
                <a:chOff x="2887363" y="5330087"/>
                <a:chExt cx="1799966" cy="996572"/>
              </a:xfrm>
            </p:grpSpPr>
            <p:sp>
              <p:nvSpPr>
                <p:cNvPr id="147" name="Arc 146">
                  <a:extLst>
                    <a:ext uri="{FF2B5EF4-FFF2-40B4-BE49-F238E27FC236}">
                      <a16:creationId xmlns:a16="http://schemas.microsoft.com/office/drawing/2014/main" id="{E6060F2D-AF80-A3F0-C1E7-76902E7303BC}"/>
                    </a:ext>
                  </a:extLst>
                </p:cNvPr>
                <p:cNvSpPr/>
                <p:nvPr/>
              </p:nvSpPr>
              <p:spPr>
                <a:xfrm>
                  <a:off x="3270422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48" name="Arc 147">
                  <a:extLst>
                    <a:ext uri="{FF2B5EF4-FFF2-40B4-BE49-F238E27FC236}">
                      <a16:creationId xmlns:a16="http://schemas.microsoft.com/office/drawing/2014/main" id="{FD9CC4C3-B573-9634-E7A7-8C091D4B5C10}"/>
                    </a:ext>
                  </a:extLst>
                </p:cNvPr>
                <p:cNvSpPr/>
                <p:nvPr/>
              </p:nvSpPr>
              <p:spPr>
                <a:xfrm>
                  <a:off x="3653481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49" name="Arc 148">
                  <a:extLst>
                    <a:ext uri="{FF2B5EF4-FFF2-40B4-BE49-F238E27FC236}">
                      <a16:creationId xmlns:a16="http://schemas.microsoft.com/office/drawing/2014/main" id="{FB09CD22-AD35-0533-64F1-C597956CFF5E}"/>
                    </a:ext>
                  </a:extLst>
                </p:cNvPr>
                <p:cNvSpPr/>
                <p:nvPr/>
              </p:nvSpPr>
              <p:spPr>
                <a:xfrm>
                  <a:off x="4036540" y="5330087"/>
                  <a:ext cx="650789" cy="996572"/>
                </a:xfrm>
                <a:prstGeom prst="arc">
                  <a:avLst>
                    <a:gd name="adj1" fmla="val 10790216"/>
                    <a:gd name="adj2" fmla="val 21038836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50" name="Arc 149">
                  <a:extLst>
                    <a:ext uri="{FF2B5EF4-FFF2-40B4-BE49-F238E27FC236}">
                      <a16:creationId xmlns:a16="http://schemas.microsoft.com/office/drawing/2014/main" id="{FD73656A-77FE-CDD6-B452-6860D7CDC0EE}"/>
                    </a:ext>
                  </a:extLst>
                </p:cNvPr>
                <p:cNvSpPr/>
                <p:nvPr/>
              </p:nvSpPr>
              <p:spPr>
                <a:xfrm>
                  <a:off x="2887363" y="5330087"/>
                  <a:ext cx="650789" cy="996572"/>
                </a:xfrm>
                <a:prstGeom prst="arc">
                  <a:avLst>
                    <a:gd name="adj1" fmla="val 11355569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51" name="Arc 150">
                  <a:extLst>
                    <a:ext uri="{FF2B5EF4-FFF2-40B4-BE49-F238E27FC236}">
                      <a16:creationId xmlns:a16="http://schemas.microsoft.com/office/drawing/2014/main" id="{4FCAAE5E-7FCF-E969-D502-82B39980F518}"/>
                    </a:ext>
                  </a:extLst>
                </p:cNvPr>
                <p:cNvSpPr/>
                <p:nvPr/>
              </p:nvSpPr>
              <p:spPr>
                <a:xfrm rot="10800000">
                  <a:off x="3653481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52" name="Arc 151">
                  <a:extLst>
                    <a:ext uri="{FF2B5EF4-FFF2-40B4-BE49-F238E27FC236}">
                      <a16:creationId xmlns:a16="http://schemas.microsoft.com/office/drawing/2014/main" id="{65C77435-EAC4-E133-6638-BE5307A019D1}"/>
                    </a:ext>
                  </a:extLst>
                </p:cNvPr>
                <p:cNvSpPr/>
                <p:nvPr/>
              </p:nvSpPr>
              <p:spPr>
                <a:xfrm rot="10800000">
                  <a:off x="4036130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53" name="Arc 152">
                  <a:extLst>
                    <a:ext uri="{FF2B5EF4-FFF2-40B4-BE49-F238E27FC236}">
                      <a16:creationId xmlns:a16="http://schemas.microsoft.com/office/drawing/2014/main" id="{839848E7-71EF-77AF-2052-0BF81F86D9CC}"/>
                    </a:ext>
                  </a:extLst>
                </p:cNvPr>
                <p:cNvSpPr/>
                <p:nvPr/>
              </p:nvSpPr>
              <p:spPr>
                <a:xfrm rot="10800000">
                  <a:off x="3270011" y="5454663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</p:grp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32ADE9F0-4FF4-2B9D-560A-C72DC33E37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9383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AE3A6B10-7FF6-B602-4948-48550DAA61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9917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17273D62-BAEF-84B2-5735-F601985F58CC}"/>
                </a:ext>
              </a:extLst>
            </p:cNvPr>
            <p:cNvGrpSpPr/>
            <p:nvPr/>
          </p:nvGrpSpPr>
          <p:grpSpPr>
            <a:xfrm rot="5400000">
              <a:off x="6157459" y="1813825"/>
              <a:ext cx="242888" cy="1620001"/>
              <a:chOff x="7860988" y="3360701"/>
              <a:chExt cx="242888" cy="1620001"/>
            </a:xfrm>
          </p:grpSpPr>
          <p:sp>
            <p:nvSpPr>
              <p:cNvPr id="133" name="Line 475">
                <a:extLst>
                  <a:ext uri="{FF2B5EF4-FFF2-40B4-BE49-F238E27FC236}">
                    <a16:creationId xmlns:a16="http://schemas.microsoft.com/office/drawing/2014/main" id="{0387938C-0D6E-C075-7230-B8C96CD6B6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34" name="Line 476">
                <a:extLst>
                  <a:ext uri="{FF2B5EF4-FFF2-40B4-BE49-F238E27FC236}">
                    <a16:creationId xmlns:a16="http://schemas.microsoft.com/office/drawing/2014/main" id="{95B7BFD1-68A9-BC66-28B0-8AC5C2955C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35" name="Line 477">
                <a:extLst>
                  <a:ext uri="{FF2B5EF4-FFF2-40B4-BE49-F238E27FC236}">
                    <a16:creationId xmlns:a16="http://schemas.microsoft.com/office/drawing/2014/main" id="{107F7022-FF80-C91C-FCFC-616F042A35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36" name="Line 478">
                <a:extLst>
                  <a:ext uri="{FF2B5EF4-FFF2-40B4-BE49-F238E27FC236}">
                    <a16:creationId xmlns:a16="http://schemas.microsoft.com/office/drawing/2014/main" id="{9FF555C0-D983-69EA-4D07-8B65427AF3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37" name="Line 479">
                <a:extLst>
                  <a:ext uri="{FF2B5EF4-FFF2-40B4-BE49-F238E27FC236}">
                    <a16:creationId xmlns:a16="http://schemas.microsoft.com/office/drawing/2014/main" id="{2AE29592-BC62-E7FB-97BD-80516D29E9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38" name="Line 480">
                <a:extLst>
                  <a:ext uri="{FF2B5EF4-FFF2-40B4-BE49-F238E27FC236}">
                    <a16:creationId xmlns:a16="http://schemas.microsoft.com/office/drawing/2014/main" id="{13EFEFAA-09FD-DD47-11BE-1873DA6E13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39" name="Line 481">
                <a:extLst>
                  <a:ext uri="{FF2B5EF4-FFF2-40B4-BE49-F238E27FC236}">
                    <a16:creationId xmlns:a16="http://schemas.microsoft.com/office/drawing/2014/main" id="{959B51C5-6266-5B54-BAEB-AB22E6D923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40" name="Line 482">
                <a:extLst>
                  <a:ext uri="{FF2B5EF4-FFF2-40B4-BE49-F238E27FC236}">
                    <a16:creationId xmlns:a16="http://schemas.microsoft.com/office/drawing/2014/main" id="{6B3CC4DC-7C70-9833-581F-7F0F086F42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41" name="Line 483">
                <a:extLst>
                  <a:ext uri="{FF2B5EF4-FFF2-40B4-BE49-F238E27FC236}">
                    <a16:creationId xmlns:a16="http://schemas.microsoft.com/office/drawing/2014/main" id="{C22F9C6F-EF0B-BCDB-EC0F-876F3CECC4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E6BF7D1F-C61D-62F0-2C7F-DF23266F2A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  <a:headEnd type="triangl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7EA48B64-6BAC-6901-7584-2D856DFB79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21CD3821-C77B-CF0F-F31F-7ED2396A9060}"/>
                </a:ext>
              </a:extLst>
            </p:cNvPr>
            <p:cNvGrpSpPr/>
            <p:nvPr/>
          </p:nvGrpSpPr>
          <p:grpSpPr>
            <a:xfrm rot="5400000">
              <a:off x="10406838" y="1838626"/>
              <a:ext cx="298977" cy="1620001"/>
              <a:chOff x="7453879" y="3360701"/>
              <a:chExt cx="298977" cy="1620001"/>
            </a:xfrm>
          </p:grpSpPr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9FEA09E0-3907-EFB7-28A5-9C1F9244444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200000">
                <a:off x="7333368" y="4021213"/>
                <a:ext cx="540000" cy="298977"/>
                <a:chOff x="2887363" y="5330087"/>
                <a:chExt cx="1799966" cy="996572"/>
              </a:xfrm>
            </p:grpSpPr>
            <p:sp>
              <p:nvSpPr>
                <p:cNvPr id="126" name="Arc 125">
                  <a:extLst>
                    <a:ext uri="{FF2B5EF4-FFF2-40B4-BE49-F238E27FC236}">
                      <a16:creationId xmlns:a16="http://schemas.microsoft.com/office/drawing/2014/main" id="{6DFC7F10-B50F-0420-B685-C87C4191A57F}"/>
                    </a:ext>
                  </a:extLst>
                </p:cNvPr>
                <p:cNvSpPr/>
                <p:nvPr/>
              </p:nvSpPr>
              <p:spPr>
                <a:xfrm>
                  <a:off x="3270422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27" name="Arc 126">
                  <a:extLst>
                    <a:ext uri="{FF2B5EF4-FFF2-40B4-BE49-F238E27FC236}">
                      <a16:creationId xmlns:a16="http://schemas.microsoft.com/office/drawing/2014/main" id="{1A0FBA30-78CC-2D55-5960-5A18C6137F62}"/>
                    </a:ext>
                  </a:extLst>
                </p:cNvPr>
                <p:cNvSpPr/>
                <p:nvPr/>
              </p:nvSpPr>
              <p:spPr>
                <a:xfrm>
                  <a:off x="3653481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28" name="Arc 127">
                  <a:extLst>
                    <a:ext uri="{FF2B5EF4-FFF2-40B4-BE49-F238E27FC236}">
                      <a16:creationId xmlns:a16="http://schemas.microsoft.com/office/drawing/2014/main" id="{F24997F7-CA81-4798-B689-8BE355D22A7D}"/>
                    </a:ext>
                  </a:extLst>
                </p:cNvPr>
                <p:cNvSpPr/>
                <p:nvPr/>
              </p:nvSpPr>
              <p:spPr>
                <a:xfrm>
                  <a:off x="4036540" y="5330087"/>
                  <a:ext cx="650789" cy="996572"/>
                </a:xfrm>
                <a:prstGeom prst="arc">
                  <a:avLst>
                    <a:gd name="adj1" fmla="val 10790216"/>
                    <a:gd name="adj2" fmla="val 21038836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29" name="Arc 128">
                  <a:extLst>
                    <a:ext uri="{FF2B5EF4-FFF2-40B4-BE49-F238E27FC236}">
                      <a16:creationId xmlns:a16="http://schemas.microsoft.com/office/drawing/2014/main" id="{939FC237-EA7B-2B04-6C7C-895227D0311D}"/>
                    </a:ext>
                  </a:extLst>
                </p:cNvPr>
                <p:cNvSpPr/>
                <p:nvPr/>
              </p:nvSpPr>
              <p:spPr>
                <a:xfrm>
                  <a:off x="2887363" y="5330087"/>
                  <a:ext cx="650789" cy="996572"/>
                </a:xfrm>
                <a:prstGeom prst="arc">
                  <a:avLst>
                    <a:gd name="adj1" fmla="val 11355569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30" name="Arc 129">
                  <a:extLst>
                    <a:ext uri="{FF2B5EF4-FFF2-40B4-BE49-F238E27FC236}">
                      <a16:creationId xmlns:a16="http://schemas.microsoft.com/office/drawing/2014/main" id="{4843F316-2E7C-82A4-A7AD-78C337D7E6CA}"/>
                    </a:ext>
                  </a:extLst>
                </p:cNvPr>
                <p:cNvSpPr/>
                <p:nvPr/>
              </p:nvSpPr>
              <p:spPr>
                <a:xfrm rot="10800000">
                  <a:off x="3653481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31" name="Arc 130">
                  <a:extLst>
                    <a:ext uri="{FF2B5EF4-FFF2-40B4-BE49-F238E27FC236}">
                      <a16:creationId xmlns:a16="http://schemas.microsoft.com/office/drawing/2014/main" id="{81F22809-D7D8-AE5A-3D76-130C128A10A3}"/>
                    </a:ext>
                  </a:extLst>
                </p:cNvPr>
                <p:cNvSpPr/>
                <p:nvPr/>
              </p:nvSpPr>
              <p:spPr>
                <a:xfrm rot="10800000">
                  <a:off x="4036130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32" name="Arc 131">
                  <a:extLst>
                    <a:ext uri="{FF2B5EF4-FFF2-40B4-BE49-F238E27FC236}">
                      <a16:creationId xmlns:a16="http://schemas.microsoft.com/office/drawing/2014/main" id="{E8368648-80AC-6997-78F9-B64F784BC010}"/>
                    </a:ext>
                  </a:extLst>
                </p:cNvPr>
                <p:cNvSpPr/>
                <p:nvPr/>
              </p:nvSpPr>
              <p:spPr>
                <a:xfrm rot="10800000">
                  <a:off x="3270011" y="5454663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</p:grp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09E5BE94-57BA-9939-F497-25EC3D1394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9383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355FC44D-9ECD-02D7-33EF-D619767885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9917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161AED5B-C03B-1CC4-0A22-E2C162D7B55D}"/>
                </a:ext>
              </a:extLst>
            </p:cNvPr>
            <p:cNvGrpSpPr/>
            <p:nvPr/>
          </p:nvGrpSpPr>
          <p:grpSpPr>
            <a:xfrm rot="5400000">
              <a:off x="9111560" y="1820972"/>
              <a:ext cx="242888" cy="1620001"/>
              <a:chOff x="7860988" y="3360701"/>
              <a:chExt cx="242888" cy="1620001"/>
            </a:xfrm>
          </p:grpSpPr>
          <p:sp>
            <p:nvSpPr>
              <p:cNvPr id="112" name="Line 475">
                <a:extLst>
                  <a:ext uri="{FF2B5EF4-FFF2-40B4-BE49-F238E27FC236}">
                    <a16:creationId xmlns:a16="http://schemas.microsoft.com/office/drawing/2014/main" id="{D06D2832-4793-72DE-66FE-0BC4DF487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3" name="Line 476">
                <a:extLst>
                  <a:ext uri="{FF2B5EF4-FFF2-40B4-BE49-F238E27FC236}">
                    <a16:creationId xmlns:a16="http://schemas.microsoft.com/office/drawing/2014/main" id="{84B45DA1-3A2D-3355-8176-99FC2CC459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4" name="Line 477">
                <a:extLst>
                  <a:ext uri="{FF2B5EF4-FFF2-40B4-BE49-F238E27FC236}">
                    <a16:creationId xmlns:a16="http://schemas.microsoft.com/office/drawing/2014/main" id="{FCB44E2E-DCDD-C35D-A1B6-E89F06F7D6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5" name="Line 478">
                <a:extLst>
                  <a:ext uri="{FF2B5EF4-FFF2-40B4-BE49-F238E27FC236}">
                    <a16:creationId xmlns:a16="http://schemas.microsoft.com/office/drawing/2014/main" id="{48501612-0257-3C9E-2E64-D748F76A0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6" name="Line 479">
                <a:extLst>
                  <a:ext uri="{FF2B5EF4-FFF2-40B4-BE49-F238E27FC236}">
                    <a16:creationId xmlns:a16="http://schemas.microsoft.com/office/drawing/2014/main" id="{F7DC1C14-B80E-1BBA-AE99-C24A58057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7" name="Line 480">
                <a:extLst>
                  <a:ext uri="{FF2B5EF4-FFF2-40B4-BE49-F238E27FC236}">
                    <a16:creationId xmlns:a16="http://schemas.microsoft.com/office/drawing/2014/main" id="{4EC3222E-9C4F-02E3-FC7C-D4F4E85CCA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8" name="Line 481">
                <a:extLst>
                  <a:ext uri="{FF2B5EF4-FFF2-40B4-BE49-F238E27FC236}">
                    <a16:creationId xmlns:a16="http://schemas.microsoft.com/office/drawing/2014/main" id="{C0271524-0E24-9557-CA56-5621253793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9" name="Line 482">
                <a:extLst>
                  <a:ext uri="{FF2B5EF4-FFF2-40B4-BE49-F238E27FC236}">
                    <a16:creationId xmlns:a16="http://schemas.microsoft.com/office/drawing/2014/main" id="{FEBD4003-D314-F58F-AC2D-4D4A7A3CEB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20" name="Line 483">
                <a:extLst>
                  <a:ext uri="{FF2B5EF4-FFF2-40B4-BE49-F238E27FC236}">
                    <a16:creationId xmlns:a16="http://schemas.microsoft.com/office/drawing/2014/main" id="{465C1F51-009B-7DA8-35CF-5C90BB916A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72D43873-819C-D8FC-85B7-3C6DE99096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  <a:headEnd type="triangl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19EA1767-942A-8B5C-51E0-4516A8C549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7DD742A8-6B33-9549-A0FA-80DFBD1ED374}"/>
                </a:ext>
              </a:extLst>
            </p:cNvPr>
            <p:cNvSpPr/>
            <p:nvPr/>
          </p:nvSpPr>
          <p:spPr>
            <a:xfrm>
              <a:off x="5447130" y="2575931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8F493B1-50A1-9E6A-11F5-72FF0370874F}"/>
                </a:ext>
              </a:extLst>
            </p:cNvPr>
            <p:cNvSpPr/>
            <p:nvPr/>
          </p:nvSpPr>
          <p:spPr>
            <a:xfrm>
              <a:off x="8380991" y="2575931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07E5D0CE-3745-19AC-C82C-80CEDA293E13}"/>
                </a:ext>
              </a:extLst>
            </p:cNvPr>
            <p:cNvSpPr/>
            <p:nvPr/>
          </p:nvSpPr>
          <p:spPr>
            <a:xfrm>
              <a:off x="11314553" y="2578587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E4CC5E3F-A42C-CE28-3117-17FB106D6ADE}"/>
              </a:ext>
            </a:extLst>
          </p:cNvPr>
          <p:cNvGrpSpPr/>
          <p:nvPr/>
        </p:nvGrpSpPr>
        <p:grpSpPr>
          <a:xfrm>
            <a:off x="838200" y="3516636"/>
            <a:ext cx="5961763" cy="306124"/>
            <a:chOff x="5447130" y="2491991"/>
            <a:chExt cx="5961763" cy="306124"/>
          </a:xfrm>
        </p:grpSpPr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14DA6C9C-2E7C-98C2-1C69-9B880302FAC4}"/>
                </a:ext>
              </a:extLst>
            </p:cNvPr>
            <p:cNvGrpSpPr/>
            <p:nvPr/>
          </p:nvGrpSpPr>
          <p:grpSpPr>
            <a:xfrm rot="5400000">
              <a:off x="7452737" y="1831479"/>
              <a:ext cx="298977" cy="1620001"/>
              <a:chOff x="7453879" y="3360701"/>
              <a:chExt cx="298977" cy="1620001"/>
            </a:xfrm>
          </p:grpSpPr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D2A56D0E-7E72-E17C-7A6B-786434AAEF1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200000">
                <a:off x="7333368" y="4021213"/>
                <a:ext cx="540000" cy="298977"/>
                <a:chOff x="2887363" y="5330087"/>
                <a:chExt cx="1799966" cy="996572"/>
              </a:xfrm>
            </p:grpSpPr>
            <p:sp>
              <p:nvSpPr>
                <p:cNvPr id="247" name="Arc 246">
                  <a:extLst>
                    <a:ext uri="{FF2B5EF4-FFF2-40B4-BE49-F238E27FC236}">
                      <a16:creationId xmlns:a16="http://schemas.microsoft.com/office/drawing/2014/main" id="{3DF088FB-9FB2-CF8A-EA7D-EE200BA4F58D}"/>
                    </a:ext>
                  </a:extLst>
                </p:cNvPr>
                <p:cNvSpPr/>
                <p:nvPr/>
              </p:nvSpPr>
              <p:spPr>
                <a:xfrm>
                  <a:off x="3270422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48" name="Arc 247">
                  <a:extLst>
                    <a:ext uri="{FF2B5EF4-FFF2-40B4-BE49-F238E27FC236}">
                      <a16:creationId xmlns:a16="http://schemas.microsoft.com/office/drawing/2014/main" id="{F81CC8C5-D930-5C1D-4AD7-4BB80705451E}"/>
                    </a:ext>
                  </a:extLst>
                </p:cNvPr>
                <p:cNvSpPr/>
                <p:nvPr/>
              </p:nvSpPr>
              <p:spPr>
                <a:xfrm>
                  <a:off x="3653481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49" name="Arc 248">
                  <a:extLst>
                    <a:ext uri="{FF2B5EF4-FFF2-40B4-BE49-F238E27FC236}">
                      <a16:creationId xmlns:a16="http://schemas.microsoft.com/office/drawing/2014/main" id="{68694F4D-4635-564C-E1C2-6779A06095E1}"/>
                    </a:ext>
                  </a:extLst>
                </p:cNvPr>
                <p:cNvSpPr/>
                <p:nvPr/>
              </p:nvSpPr>
              <p:spPr>
                <a:xfrm>
                  <a:off x="4036540" y="5330087"/>
                  <a:ext cx="650789" cy="996572"/>
                </a:xfrm>
                <a:prstGeom prst="arc">
                  <a:avLst>
                    <a:gd name="adj1" fmla="val 10790216"/>
                    <a:gd name="adj2" fmla="val 21038836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50" name="Arc 249">
                  <a:extLst>
                    <a:ext uri="{FF2B5EF4-FFF2-40B4-BE49-F238E27FC236}">
                      <a16:creationId xmlns:a16="http://schemas.microsoft.com/office/drawing/2014/main" id="{A208415E-F0B8-5C7A-42EF-76A99AE509C7}"/>
                    </a:ext>
                  </a:extLst>
                </p:cNvPr>
                <p:cNvSpPr/>
                <p:nvPr/>
              </p:nvSpPr>
              <p:spPr>
                <a:xfrm>
                  <a:off x="2887363" y="5330087"/>
                  <a:ext cx="650789" cy="996572"/>
                </a:xfrm>
                <a:prstGeom prst="arc">
                  <a:avLst>
                    <a:gd name="adj1" fmla="val 11355569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51" name="Arc 250">
                  <a:extLst>
                    <a:ext uri="{FF2B5EF4-FFF2-40B4-BE49-F238E27FC236}">
                      <a16:creationId xmlns:a16="http://schemas.microsoft.com/office/drawing/2014/main" id="{27FBCD96-72CE-43B0-CE01-D5323D5F8222}"/>
                    </a:ext>
                  </a:extLst>
                </p:cNvPr>
                <p:cNvSpPr/>
                <p:nvPr/>
              </p:nvSpPr>
              <p:spPr>
                <a:xfrm rot="10800000">
                  <a:off x="3653481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52" name="Arc 251">
                  <a:extLst>
                    <a:ext uri="{FF2B5EF4-FFF2-40B4-BE49-F238E27FC236}">
                      <a16:creationId xmlns:a16="http://schemas.microsoft.com/office/drawing/2014/main" id="{8159C726-38FB-1DB2-1F3F-85CCD70733B9}"/>
                    </a:ext>
                  </a:extLst>
                </p:cNvPr>
                <p:cNvSpPr/>
                <p:nvPr/>
              </p:nvSpPr>
              <p:spPr>
                <a:xfrm rot="10800000">
                  <a:off x="4036130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53" name="Arc 252">
                  <a:extLst>
                    <a:ext uri="{FF2B5EF4-FFF2-40B4-BE49-F238E27FC236}">
                      <a16:creationId xmlns:a16="http://schemas.microsoft.com/office/drawing/2014/main" id="{7C5DEF82-EFF5-7831-82E1-2BE2C80FDF8E}"/>
                    </a:ext>
                  </a:extLst>
                </p:cNvPr>
                <p:cNvSpPr/>
                <p:nvPr/>
              </p:nvSpPr>
              <p:spPr>
                <a:xfrm rot="10800000">
                  <a:off x="3270011" y="5454663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</p:grp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08B90B33-C21D-4AC9-947D-0617F65363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9383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4854D9A8-A243-8A4C-6B32-0FD27CE45B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9917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32804B26-C5BE-63B5-B01F-63C22955F8AC}"/>
                </a:ext>
              </a:extLst>
            </p:cNvPr>
            <p:cNvGrpSpPr/>
            <p:nvPr/>
          </p:nvGrpSpPr>
          <p:grpSpPr>
            <a:xfrm rot="5400000">
              <a:off x="6157459" y="1813825"/>
              <a:ext cx="242888" cy="1620001"/>
              <a:chOff x="7860988" y="3360701"/>
              <a:chExt cx="242888" cy="1620001"/>
            </a:xfrm>
          </p:grpSpPr>
          <p:sp>
            <p:nvSpPr>
              <p:cNvPr id="233" name="Line 475">
                <a:extLst>
                  <a:ext uri="{FF2B5EF4-FFF2-40B4-BE49-F238E27FC236}">
                    <a16:creationId xmlns:a16="http://schemas.microsoft.com/office/drawing/2014/main" id="{9DF17642-255F-C906-C40B-014218D4F0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34" name="Line 476">
                <a:extLst>
                  <a:ext uri="{FF2B5EF4-FFF2-40B4-BE49-F238E27FC236}">
                    <a16:creationId xmlns:a16="http://schemas.microsoft.com/office/drawing/2014/main" id="{DEC67342-A443-E0A0-6DE0-E4DC622F62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35" name="Line 477">
                <a:extLst>
                  <a:ext uri="{FF2B5EF4-FFF2-40B4-BE49-F238E27FC236}">
                    <a16:creationId xmlns:a16="http://schemas.microsoft.com/office/drawing/2014/main" id="{07F2826B-5536-140A-BF8D-3ED4BE9FFE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36" name="Line 478">
                <a:extLst>
                  <a:ext uri="{FF2B5EF4-FFF2-40B4-BE49-F238E27FC236}">
                    <a16:creationId xmlns:a16="http://schemas.microsoft.com/office/drawing/2014/main" id="{A61A49E7-D016-F39A-0639-644F98E018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37" name="Line 479">
                <a:extLst>
                  <a:ext uri="{FF2B5EF4-FFF2-40B4-BE49-F238E27FC236}">
                    <a16:creationId xmlns:a16="http://schemas.microsoft.com/office/drawing/2014/main" id="{1F628964-7170-EB79-3572-6506602A4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38" name="Line 480">
                <a:extLst>
                  <a:ext uri="{FF2B5EF4-FFF2-40B4-BE49-F238E27FC236}">
                    <a16:creationId xmlns:a16="http://schemas.microsoft.com/office/drawing/2014/main" id="{0414094D-C140-A78F-6EDB-4B55E974AA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39" name="Line 481">
                <a:extLst>
                  <a:ext uri="{FF2B5EF4-FFF2-40B4-BE49-F238E27FC236}">
                    <a16:creationId xmlns:a16="http://schemas.microsoft.com/office/drawing/2014/main" id="{24397D8D-25B0-2E0A-4DB2-07442D3123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40" name="Line 482">
                <a:extLst>
                  <a:ext uri="{FF2B5EF4-FFF2-40B4-BE49-F238E27FC236}">
                    <a16:creationId xmlns:a16="http://schemas.microsoft.com/office/drawing/2014/main" id="{5467F0A7-9890-E133-88C1-ED26856A61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41" name="Line 483">
                <a:extLst>
                  <a:ext uri="{FF2B5EF4-FFF2-40B4-BE49-F238E27FC236}">
                    <a16:creationId xmlns:a16="http://schemas.microsoft.com/office/drawing/2014/main" id="{27A01053-01B1-9816-E513-7441CFD13B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1B838771-F666-A38C-3067-1973BD3114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  <a:headEnd type="triangl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67306B11-8388-F0F2-7178-4D15ED353A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736959CB-01A0-B562-A8B2-1A8BF083A230}"/>
                </a:ext>
              </a:extLst>
            </p:cNvPr>
            <p:cNvGrpSpPr/>
            <p:nvPr/>
          </p:nvGrpSpPr>
          <p:grpSpPr>
            <a:xfrm rot="5400000">
              <a:off x="10406838" y="1838626"/>
              <a:ext cx="298977" cy="1620001"/>
              <a:chOff x="7453879" y="3360701"/>
              <a:chExt cx="298977" cy="1620001"/>
            </a:xfrm>
          </p:grpSpPr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DC9F712A-3B92-7E3B-B102-E131359C3B5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200000">
                <a:off x="7333368" y="4021213"/>
                <a:ext cx="540000" cy="298977"/>
                <a:chOff x="2887363" y="5330087"/>
                <a:chExt cx="1799966" cy="996572"/>
              </a:xfrm>
            </p:grpSpPr>
            <p:sp>
              <p:nvSpPr>
                <p:cNvPr id="226" name="Arc 225">
                  <a:extLst>
                    <a:ext uri="{FF2B5EF4-FFF2-40B4-BE49-F238E27FC236}">
                      <a16:creationId xmlns:a16="http://schemas.microsoft.com/office/drawing/2014/main" id="{CC79879B-8192-4A2E-45E3-A20A1C121587}"/>
                    </a:ext>
                  </a:extLst>
                </p:cNvPr>
                <p:cNvSpPr/>
                <p:nvPr/>
              </p:nvSpPr>
              <p:spPr>
                <a:xfrm>
                  <a:off x="3270422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27" name="Arc 226">
                  <a:extLst>
                    <a:ext uri="{FF2B5EF4-FFF2-40B4-BE49-F238E27FC236}">
                      <a16:creationId xmlns:a16="http://schemas.microsoft.com/office/drawing/2014/main" id="{5C056097-8A6C-09AA-9D3A-4A00AF5F596E}"/>
                    </a:ext>
                  </a:extLst>
                </p:cNvPr>
                <p:cNvSpPr/>
                <p:nvPr/>
              </p:nvSpPr>
              <p:spPr>
                <a:xfrm>
                  <a:off x="3653481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28" name="Arc 227">
                  <a:extLst>
                    <a:ext uri="{FF2B5EF4-FFF2-40B4-BE49-F238E27FC236}">
                      <a16:creationId xmlns:a16="http://schemas.microsoft.com/office/drawing/2014/main" id="{F994A9E3-C39A-5033-D534-A0D860F328DD}"/>
                    </a:ext>
                  </a:extLst>
                </p:cNvPr>
                <p:cNvSpPr/>
                <p:nvPr/>
              </p:nvSpPr>
              <p:spPr>
                <a:xfrm>
                  <a:off x="4036540" y="5330087"/>
                  <a:ext cx="650789" cy="996572"/>
                </a:xfrm>
                <a:prstGeom prst="arc">
                  <a:avLst>
                    <a:gd name="adj1" fmla="val 10790216"/>
                    <a:gd name="adj2" fmla="val 21038836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29" name="Arc 228">
                  <a:extLst>
                    <a:ext uri="{FF2B5EF4-FFF2-40B4-BE49-F238E27FC236}">
                      <a16:creationId xmlns:a16="http://schemas.microsoft.com/office/drawing/2014/main" id="{CAF573E2-AF54-5FCA-1B93-2CF2DAA489D7}"/>
                    </a:ext>
                  </a:extLst>
                </p:cNvPr>
                <p:cNvSpPr/>
                <p:nvPr/>
              </p:nvSpPr>
              <p:spPr>
                <a:xfrm>
                  <a:off x="2887363" y="5330087"/>
                  <a:ext cx="650789" cy="996572"/>
                </a:xfrm>
                <a:prstGeom prst="arc">
                  <a:avLst>
                    <a:gd name="adj1" fmla="val 11355569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30" name="Arc 229">
                  <a:extLst>
                    <a:ext uri="{FF2B5EF4-FFF2-40B4-BE49-F238E27FC236}">
                      <a16:creationId xmlns:a16="http://schemas.microsoft.com/office/drawing/2014/main" id="{F1A12E33-810F-3C8D-FE87-DC002D05DA3E}"/>
                    </a:ext>
                  </a:extLst>
                </p:cNvPr>
                <p:cNvSpPr/>
                <p:nvPr/>
              </p:nvSpPr>
              <p:spPr>
                <a:xfrm rot="10800000">
                  <a:off x="3653481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31" name="Arc 230">
                  <a:extLst>
                    <a:ext uri="{FF2B5EF4-FFF2-40B4-BE49-F238E27FC236}">
                      <a16:creationId xmlns:a16="http://schemas.microsoft.com/office/drawing/2014/main" id="{1564B7BB-A5C6-B6BE-5051-83D2944D9221}"/>
                    </a:ext>
                  </a:extLst>
                </p:cNvPr>
                <p:cNvSpPr/>
                <p:nvPr/>
              </p:nvSpPr>
              <p:spPr>
                <a:xfrm rot="10800000">
                  <a:off x="4036130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32" name="Arc 231">
                  <a:extLst>
                    <a:ext uri="{FF2B5EF4-FFF2-40B4-BE49-F238E27FC236}">
                      <a16:creationId xmlns:a16="http://schemas.microsoft.com/office/drawing/2014/main" id="{D33692AA-76C2-9B48-3FB4-483CF06F6F58}"/>
                    </a:ext>
                  </a:extLst>
                </p:cNvPr>
                <p:cNvSpPr/>
                <p:nvPr/>
              </p:nvSpPr>
              <p:spPr>
                <a:xfrm rot="10800000">
                  <a:off x="3270011" y="5454663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</p:grp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6C35908E-8D0C-CD1F-1CE0-8A521271DB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9383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8CBFB6F0-A6FB-868E-998F-95A65E62B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9917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4725BD63-3262-9899-FE4D-9E6229806653}"/>
                </a:ext>
              </a:extLst>
            </p:cNvPr>
            <p:cNvGrpSpPr/>
            <p:nvPr/>
          </p:nvGrpSpPr>
          <p:grpSpPr>
            <a:xfrm rot="5400000">
              <a:off x="9111560" y="1820972"/>
              <a:ext cx="242888" cy="1620001"/>
              <a:chOff x="7860988" y="3360701"/>
              <a:chExt cx="242888" cy="1620001"/>
            </a:xfrm>
          </p:grpSpPr>
          <p:sp>
            <p:nvSpPr>
              <p:cNvPr id="212" name="Line 475">
                <a:extLst>
                  <a:ext uri="{FF2B5EF4-FFF2-40B4-BE49-F238E27FC236}">
                    <a16:creationId xmlns:a16="http://schemas.microsoft.com/office/drawing/2014/main" id="{23A858C7-4A0B-9DFC-8933-B727C81E5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13" name="Line 476">
                <a:extLst>
                  <a:ext uri="{FF2B5EF4-FFF2-40B4-BE49-F238E27FC236}">
                    <a16:creationId xmlns:a16="http://schemas.microsoft.com/office/drawing/2014/main" id="{861B66A1-CE5F-82D9-DD65-305A6F6067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14" name="Line 477">
                <a:extLst>
                  <a:ext uri="{FF2B5EF4-FFF2-40B4-BE49-F238E27FC236}">
                    <a16:creationId xmlns:a16="http://schemas.microsoft.com/office/drawing/2014/main" id="{2063D120-A50F-7D55-0438-C983E21DA2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15" name="Line 478">
                <a:extLst>
                  <a:ext uri="{FF2B5EF4-FFF2-40B4-BE49-F238E27FC236}">
                    <a16:creationId xmlns:a16="http://schemas.microsoft.com/office/drawing/2014/main" id="{AFE65AFB-DCDE-8D78-0AF2-A5A913E860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16" name="Line 479">
                <a:extLst>
                  <a:ext uri="{FF2B5EF4-FFF2-40B4-BE49-F238E27FC236}">
                    <a16:creationId xmlns:a16="http://schemas.microsoft.com/office/drawing/2014/main" id="{203AB7FB-3FD1-09D4-25FD-0AAEE9A8F4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17" name="Line 480">
                <a:extLst>
                  <a:ext uri="{FF2B5EF4-FFF2-40B4-BE49-F238E27FC236}">
                    <a16:creationId xmlns:a16="http://schemas.microsoft.com/office/drawing/2014/main" id="{75FC8785-E4C3-31B5-D3A9-CC9C832D44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18" name="Line 481">
                <a:extLst>
                  <a:ext uri="{FF2B5EF4-FFF2-40B4-BE49-F238E27FC236}">
                    <a16:creationId xmlns:a16="http://schemas.microsoft.com/office/drawing/2014/main" id="{949C2C70-C410-8DBA-F1AB-FD3994E264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19" name="Line 482">
                <a:extLst>
                  <a:ext uri="{FF2B5EF4-FFF2-40B4-BE49-F238E27FC236}">
                    <a16:creationId xmlns:a16="http://schemas.microsoft.com/office/drawing/2014/main" id="{082F4CB1-5FA2-F28B-3E46-8572A8187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20" name="Line 483">
                <a:extLst>
                  <a:ext uri="{FF2B5EF4-FFF2-40B4-BE49-F238E27FC236}">
                    <a16:creationId xmlns:a16="http://schemas.microsoft.com/office/drawing/2014/main" id="{FA50BE8D-A181-F42B-7281-0583C454FD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A928C0CC-1D49-4D5C-F177-66212887AD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  <a:headEnd type="triangl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AB5853BC-7933-FAFA-E0A5-59A112C418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EE7AA95A-E457-20C1-4C85-AE9A94AB4B7E}"/>
                </a:ext>
              </a:extLst>
            </p:cNvPr>
            <p:cNvSpPr/>
            <p:nvPr/>
          </p:nvSpPr>
          <p:spPr>
            <a:xfrm>
              <a:off x="5447130" y="2575931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86224F87-5149-72A1-49BA-09E4A8B6A6F6}"/>
                </a:ext>
              </a:extLst>
            </p:cNvPr>
            <p:cNvSpPr/>
            <p:nvPr/>
          </p:nvSpPr>
          <p:spPr>
            <a:xfrm>
              <a:off x="8380991" y="2575931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79106E63-399B-C23B-DC6C-24336B9A6E7D}"/>
                </a:ext>
              </a:extLst>
            </p:cNvPr>
            <p:cNvSpPr/>
            <p:nvPr/>
          </p:nvSpPr>
          <p:spPr>
            <a:xfrm>
              <a:off x="11314553" y="2578587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57A9DCCF-C8F8-CD10-39FC-7DDD506C7379}"/>
              </a:ext>
            </a:extLst>
          </p:cNvPr>
          <p:cNvGrpSpPr/>
          <p:nvPr/>
        </p:nvGrpSpPr>
        <p:grpSpPr>
          <a:xfrm>
            <a:off x="5867042" y="4235996"/>
            <a:ext cx="5582924" cy="278287"/>
            <a:chOff x="5867042" y="4235996"/>
            <a:chExt cx="5582924" cy="278287"/>
          </a:xfrm>
        </p:grpSpPr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D6EB198D-BF4C-36D6-6089-68802CB39147}"/>
                </a:ext>
              </a:extLst>
            </p:cNvPr>
            <p:cNvSpPr/>
            <p:nvPr/>
          </p:nvSpPr>
          <p:spPr>
            <a:xfrm>
              <a:off x="5867042" y="4237557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6405DF4D-A874-8A6D-05AD-43F0D57503DD}"/>
                </a:ext>
              </a:extLst>
            </p:cNvPr>
            <p:cNvSpPr/>
            <p:nvPr/>
          </p:nvSpPr>
          <p:spPr>
            <a:xfrm>
              <a:off x="6566772" y="4237557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9076A6CE-850E-6301-9917-4C4416158BEB}"/>
                </a:ext>
              </a:extLst>
            </p:cNvPr>
            <p:cNvSpPr/>
            <p:nvPr/>
          </p:nvSpPr>
          <p:spPr>
            <a:xfrm>
              <a:off x="7266502" y="4237557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3D194BF7-23F3-7C2F-4F06-F973A54BDBE5}"/>
                </a:ext>
              </a:extLst>
            </p:cNvPr>
            <p:cNvSpPr/>
            <p:nvPr/>
          </p:nvSpPr>
          <p:spPr>
            <a:xfrm>
              <a:off x="7966232" y="4236459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A86779CA-4D3F-48FE-A349-91F64DC30CCA}"/>
                </a:ext>
              </a:extLst>
            </p:cNvPr>
            <p:cNvSpPr/>
            <p:nvPr/>
          </p:nvSpPr>
          <p:spPr>
            <a:xfrm>
              <a:off x="8665962" y="4236459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70A65E1B-4F8B-39DE-58E1-A9271F9F0232}"/>
                </a:ext>
              </a:extLst>
            </p:cNvPr>
            <p:cNvSpPr/>
            <p:nvPr/>
          </p:nvSpPr>
          <p:spPr>
            <a:xfrm>
              <a:off x="9365692" y="4236459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6</a:t>
              </a:r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F8656E60-150C-4FD0-75AD-16EFECD997AF}"/>
                </a:ext>
              </a:extLst>
            </p:cNvPr>
            <p:cNvSpPr/>
            <p:nvPr/>
          </p:nvSpPr>
          <p:spPr>
            <a:xfrm>
              <a:off x="10008132" y="4235996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7</a:t>
              </a:r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977E83CA-5351-6230-901A-0E29038EF93D}"/>
                </a:ext>
              </a:extLst>
            </p:cNvPr>
            <p:cNvSpPr/>
            <p:nvPr/>
          </p:nvSpPr>
          <p:spPr>
            <a:xfrm>
              <a:off x="10586838" y="4235996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8</a:t>
              </a: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933D8B07-270C-6D67-06AE-FE852EBF3A90}"/>
                </a:ext>
              </a:extLst>
            </p:cNvPr>
            <p:cNvSpPr/>
            <p:nvPr/>
          </p:nvSpPr>
          <p:spPr>
            <a:xfrm>
              <a:off x="11172264" y="4235996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9</a:t>
              </a:r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9BFA285A-008B-AB2A-5429-F201936D3F5D}"/>
              </a:ext>
            </a:extLst>
          </p:cNvPr>
          <p:cNvGrpSpPr/>
          <p:nvPr/>
        </p:nvGrpSpPr>
        <p:grpSpPr>
          <a:xfrm>
            <a:off x="5408863" y="4587965"/>
            <a:ext cx="277702" cy="2028764"/>
            <a:chOff x="5408863" y="4587965"/>
            <a:chExt cx="277702" cy="2028764"/>
          </a:xfrm>
        </p:grpSpPr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99764B57-DB63-DDDC-AC01-DB0D51570851}"/>
                </a:ext>
              </a:extLst>
            </p:cNvPr>
            <p:cNvSpPr/>
            <p:nvPr/>
          </p:nvSpPr>
          <p:spPr>
            <a:xfrm>
              <a:off x="5408863" y="4587965"/>
              <a:ext cx="277702" cy="27672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D23F2C03-9816-FDE0-9898-F0ADB7413700}"/>
                </a:ext>
              </a:extLst>
            </p:cNvPr>
            <p:cNvSpPr/>
            <p:nvPr/>
          </p:nvSpPr>
          <p:spPr>
            <a:xfrm>
              <a:off x="5408863" y="4949832"/>
              <a:ext cx="277702" cy="27672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24313848-E3B5-D864-7F21-D548CB1EC2CE}"/>
                </a:ext>
              </a:extLst>
            </p:cNvPr>
            <p:cNvSpPr/>
            <p:nvPr/>
          </p:nvSpPr>
          <p:spPr>
            <a:xfrm>
              <a:off x="5408863" y="5311699"/>
              <a:ext cx="277702" cy="27672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C6570963-1ED6-1070-2883-6564FF30C39D}"/>
                </a:ext>
              </a:extLst>
            </p:cNvPr>
            <p:cNvSpPr/>
            <p:nvPr/>
          </p:nvSpPr>
          <p:spPr>
            <a:xfrm>
              <a:off x="5408863" y="5654467"/>
              <a:ext cx="277702" cy="27672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EC05F8D0-FEB2-AA01-8EB5-C762FCACBE06}"/>
                </a:ext>
              </a:extLst>
            </p:cNvPr>
            <p:cNvSpPr/>
            <p:nvPr/>
          </p:nvSpPr>
          <p:spPr>
            <a:xfrm>
              <a:off x="5408863" y="5997235"/>
              <a:ext cx="277702" cy="27672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A90120BC-0D70-FF6F-6CBD-21C6EB03B572}"/>
                </a:ext>
              </a:extLst>
            </p:cNvPr>
            <p:cNvSpPr/>
            <p:nvPr/>
          </p:nvSpPr>
          <p:spPr>
            <a:xfrm>
              <a:off x="5408863" y="6340003"/>
              <a:ext cx="277702" cy="27672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6</a:t>
              </a: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B884C6D6-08E0-69C5-D091-C30DFEE73CD4}"/>
              </a:ext>
            </a:extLst>
          </p:cNvPr>
          <p:cNvGrpSpPr/>
          <p:nvPr/>
        </p:nvGrpSpPr>
        <p:grpSpPr>
          <a:xfrm>
            <a:off x="429931" y="4510123"/>
            <a:ext cx="11301592" cy="2180853"/>
            <a:chOff x="429931" y="4510123"/>
            <a:chExt cx="11301592" cy="21808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FEE10A38-6DF5-8FF0-CC4F-A2AACE74C962}"/>
                    </a:ext>
                  </a:extLst>
                </p:cNvPr>
                <p:cNvSpPr txBox="1"/>
                <p:nvPr/>
              </p:nvSpPr>
              <p:spPr>
                <a:xfrm>
                  <a:off x="4697353" y="4510123"/>
                  <a:ext cx="7034170" cy="21808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=   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9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/>
                                <m:e/>
                                <m:e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/>
                                <m:e/>
                                <m:e/>
                                <m:e/>
                                <m:e/>
                              </m:mr>
                              <m:mr>
                                <m:e/>
                                <m:e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/>
                                <m:e/>
                                <m:e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/>
                                <m:e/>
                                <m:e/>
                                <m:e/>
                              </m:mr>
                              <m:mr>
                                <m:e/>
                                <m:e/>
                                <m:e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/>
                                <m:e/>
                                <m:e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/>
                                <m:e/>
                                <m:e/>
                              </m:mr>
                              <m:mr>
                                <m:e/>
                                <m:e/>
                                <m:e/>
                                <m:e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/>
                                <m:e/>
                                <m:e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/>
                                <m:e/>
                              </m:mr>
                              <m:mr>
                                <m:e/>
                                <m:e/>
                                <m:e/>
                                <m:e/>
                                <m:e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/>
                                <m:e/>
                                <m:e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/>
                              </m:mr>
                              <m:mr>
                                <m:e/>
                                <m:e/>
                                <m:e/>
                                <m:e/>
                                <m:e/>
                                <m:e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/>
                                <m:e/>
                                <m:e>
                                  <m:r>
                                    <a:rPr lang="it-IT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71" name="TextBox 270">
                  <a:extLst>
                    <a:ext uri="{FF2B5EF4-FFF2-40B4-BE49-F238E27FC236}">
                      <a16:creationId xmlns:a16="http://schemas.microsoft.com/office/drawing/2014/main" id="{FEE10A38-6DF5-8FF0-CC4F-A2AACE74C9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7353" y="4510123"/>
                  <a:ext cx="7034170" cy="2180853"/>
                </a:xfrm>
                <a:prstGeom prst="rect">
                  <a:avLst/>
                </a:prstGeom>
                <a:blipFill>
                  <a:blip r:embed="rId2"/>
                  <a:stretch>
                    <a:fillRect b="-1156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72A7EB74-752A-1722-BB08-12D19EB40B2C}"/>
                </a:ext>
              </a:extLst>
            </p:cNvPr>
            <p:cNvSpPr txBox="1"/>
            <p:nvPr/>
          </p:nvSpPr>
          <p:spPr>
            <a:xfrm>
              <a:off x="429931" y="5369716"/>
              <a:ext cx="425789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Edge-to-node incidence matrix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40525763-9981-5840-D7A5-BC5C5C580635}"/>
                  </a:ext>
                </a:extLst>
              </p:cNvPr>
              <p:cNvSpPr txBox="1"/>
              <p:nvPr/>
            </p:nvSpPr>
            <p:spPr>
              <a:xfrm>
                <a:off x="1902738" y="6212857"/>
                <a:ext cx="13122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400" b="1" i="1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40525763-9981-5840-D7A5-BC5C5C580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738" y="6212857"/>
                <a:ext cx="1312282" cy="369332"/>
              </a:xfrm>
              <a:prstGeom prst="rect">
                <a:avLst/>
              </a:prstGeom>
              <a:blipFill>
                <a:blip r:embed="rId3"/>
                <a:stretch>
                  <a:fillRect l="-962" r="-3846" b="-3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1" name="Group 290">
            <a:extLst>
              <a:ext uri="{FF2B5EF4-FFF2-40B4-BE49-F238E27FC236}">
                <a16:creationId xmlns:a16="http://schemas.microsoft.com/office/drawing/2014/main" id="{368F6ABB-6C4B-B6E0-F027-FF2519BED99F}"/>
              </a:ext>
            </a:extLst>
          </p:cNvPr>
          <p:cNvGrpSpPr/>
          <p:nvPr/>
        </p:nvGrpSpPr>
        <p:grpSpPr>
          <a:xfrm>
            <a:off x="746519" y="1619730"/>
            <a:ext cx="8940492" cy="1890028"/>
            <a:chOff x="746519" y="1619730"/>
            <a:chExt cx="8940492" cy="1890028"/>
          </a:xfrm>
        </p:grpSpPr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257CB5CF-667D-9359-F81C-8FA8B0D810D7}"/>
                </a:ext>
              </a:extLst>
            </p:cNvPr>
            <p:cNvSpPr/>
            <p:nvPr/>
          </p:nvSpPr>
          <p:spPr>
            <a:xfrm>
              <a:off x="746519" y="1619730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4D8E894D-BEB8-0070-F3AA-FF5259C48767}"/>
                </a:ext>
              </a:extLst>
            </p:cNvPr>
            <p:cNvSpPr/>
            <p:nvPr/>
          </p:nvSpPr>
          <p:spPr>
            <a:xfrm>
              <a:off x="3680380" y="1619730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1346FD4C-15A9-E3DC-FE36-54E3034A047A}"/>
                </a:ext>
              </a:extLst>
            </p:cNvPr>
            <p:cNvSpPr/>
            <p:nvPr/>
          </p:nvSpPr>
          <p:spPr>
            <a:xfrm>
              <a:off x="6614241" y="1621555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7</a:t>
              </a:r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13953B7F-1A28-53B6-7ED2-CB8C59719315}"/>
                </a:ext>
              </a:extLst>
            </p:cNvPr>
            <p:cNvSpPr/>
            <p:nvPr/>
          </p:nvSpPr>
          <p:spPr>
            <a:xfrm>
              <a:off x="746519" y="2388066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C635F9BE-677C-1B8E-BEEF-4A55D7CC8447}"/>
                </a:ext>
              </a:extLst>
            </p:cNvPr>
            <p:cNvSpPr/>
            <p:nvPr/>
          </p:nvSpPr>
          <p:spPr>
            <a:xfrm>
              <a:off x="3680380" y="2388066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740C8D6E-18C1-3D49-8156-DD87C66509F1}"/>
                </a:ext>
              </a:extLst>
            </p:cNvPr>
            <p:cNvSpPr/>
            <p:nvPr/>
          </p:nvSpPr>
          <p:spPr>
            <a:xfrm>
              <a:off x="6614241" y="2389891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8</a:t>
              </a:r>
            </a:p>
          </p:txBody>
        </p:sp>
        <p:sp>
          <p:nvSpPr>
            <p:cNvPr id="262" name="Oval 261">
              <a:extLst>
                <a:ext uri="{FF2B5EF4-FFF2-40B4-BE49-F238E27FC236}">
                  <a16:creationId xmlns:a16="http://schemas.microsoft.com/office/drawing/2014/main" id="{D0797222-8BC3-B6CB-65C6-91EBCE2C2F22}"/>
                </a:ext>
              </a:extLst>
            </p:cNvPr>
            <p:cNvSpPr/>
            <p:nvPr/>
          </p:nvSpPr>
          <p:spPr>
            <a:xfrm>
              <a:off x="746519" y="3231207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BF878F63-A53B-EE94-6A9A-E4341E24CB56}"/>
                </a:ext>
              </a:extLst>
            </p:cNvPr>
            <p:cNvSpPr/>
            <p:nvPr/>
          </p:nvSpPr>
          <p:spPr>
            <a:xfrm>
              <a:off x="3680380" y="3231207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6</a:t>
              </a:r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6ABC34E1-4685-F6C9-AC38-C3B583F0C738}"/>
                </a:ext>
              </a:extLst>
            </p:cNvPr>
            <p:cNvSpPr/>
            <p:nvPr/>
          </p:nvSpPr>
          <p:spPr>
            <a:xfrm>
              <a:off x="6614241" y="3233032"/>
              <a:ext cx="277702" cy="27672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9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9" name="TextBox 288">
                  <a:extLst>
                    <a:ext uri="{FF2B5EF4-FFF2-40B4-BE49-F238E27FC236}">
                      <a16:creationId xmlns:a16="http://schemas.microsoft.com/office/drawing/2014/main" id="{16698754-5303-299C-9841-9CA3BDAF1D5E}"/>
                    </a:ext>
                  </a:extLst>
                </p:cNvPr>
                <p:cNvSpPr txBox="1"/>
                <p:nvPr/>
              </p:nvSpPr>
              <p:spPr>
                <a:xfrm>
                  <a:off x="8665962" y="1944022"/>
                  <a:ext cx="102104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=9</m:t>
                        </m:r>
                      </m:oMath>
                    </m:oMathPara>
                  </a14:m>
                  <a:endParaRPr lang="it-IT" sz="2400" b="0" dirty="0"/>
                </a:p>
              </p:txBody>
            </p:sp>
          </mc:Choice>
          <mc:Fallback xmlns="">
            <p:sp>
              <p:nvSpPr>
                <p:cNvPr id="289" name="TextBox 288">
                  <a:extLst>
                    <a:ext uri="{FF2B5EF4-FFF2-40B4-BE49-F238E27FC236}">
                      <a16:creationId xmlns:a16="http://schemas.microsoft.com/office/drawing/2014/main" id="{16698754-5303-299C-9841-9CA3BDAF1D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5962" y="1944022"/>
                  <a:ext cx="102104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7407" r="-6173" b="-1379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7E8157A9-5985-7073-E380-D1512DD6869B}"/>
              </a:ext>
            </a:extLst>
          </p:cNvPr>
          <p:cNvGrpSpPr/>
          <p:nvPr/>
        </p:nvGrpSpPr>
        <p:grpSpPr>
          <a:xfrm>
            <a:off x="2256141" y="2128688"/>
            <a:ext cx="7408747" cy="1888203"/>
            <a:chOff x="2256141" y="2128688"/>
            <a:chExt cx="7408747" cy="1888203"/>
          </a:xfrm>
        </p:grpSpPr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C7C6C62F-B017-60C3-D468-29FC2AB6C226}"/>
                </a:ext>
              </a:extLst>
            </p:cNvPr>
            <p:cNvSpPr/>
            <p:nvPr/>
          </p:nvSpPr>
          <p:spPr>
            <a:xfrm>
              <a:off x="2256141" y="2128688"/>
              <a:ext cx="277702" cy="27672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333B53D8-3D4F-8151-7B35-667B93FF2381}"/>
                </a:ext>
              </a:extLst>
            </p:cNvPr>
            <p:cNvSpPr/>
            <p:nvPr/>
          </p:nvSpPr>
          <p:spPr>
            <a:xfrm>
              <a:off x="2256141" y="2897024"/>
              <a:ext cx="277702" cy="27672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6500F0C4-75BD-2878-986D-F7BAC2CF5E65}"/>
                </a:ext>
              </a:extLst>
            </p:cNvPr>
            <p:cNvSpPr/>
            <p:nvPr/>
          </p:nvSpPr>
          <p:spPr>
            <a:xfrm>
              <a:off x="2256141" y="3740165"/>
              <a:ext cx="277702" cy="27672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3</a:t>
              </a:r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1A7F8806-E115-82A2-6C4F-238BEB92C475}"/>
                </a:ext>
              </a:extLst>
            </p:cNvPr>
            <p:cNvSpPr/>
            <p:nvPr/>
          </p:nvSpPr>
          <p:spPr>
            <a:xfrm>
              <a:off x="5190002" y="2128688"/>
              <a:ext cx="277702" cy="27672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46E1DF81-60E2-FB0A-586A-9E6B44644AE9}"/>
                </a:ext>
              </a:extLst>
            </p:cNvPr>
            <p:cNvSpPr/>
            <p:nvPr/>
          </p:nvSpPr>
          <p:spPr>
            <a:xfrm>
              <a:off x="5190002" y="2897024"/>
              <a:ext cx="277702" cy="27672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595428A9-DF46-DFED-18F1-6C3353DFC7EB}"/>
                </a:ext>
              </a:extLst>
            </p:cNvPr>
            <p:cNvSpPr/>
            <p:nvPr/>
          </p:nvSpPr>
          <p:spPr>
            <a:xfrm>
              <a:off x="5190002" y="3740165"/>
              <a:ext cx="277702" cy="27672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</a:rPr>
                <a:t>6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id="{C0610EAC-6EE9-DB7D-3549-8D56A2C099C4}"/>
                    </a:ext>
                  </a:extLst>
                </p:cNvPr>
                <p:cNvSpPr txBox="1"/>
                <p:nvPr/>
              </p:nvSpPr>
              <p:spPr>
                <a:xfrm>
                  <a:off x="8665961" y="2388066"/>
                  <a:ext cx="99892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oMath>
                    </m:oMathPara>
                  </a14:m>
                  <a:endParaRPr lang="it-IT" sz="2400" b="0" dirty="0"/>
                </a:p>
              </p:txBody>
            </p:sp>
          </mc:Choice>
          <mc:Fallback xmlns="">
            <p:sp>
              <p:nvSpPr>
                <p:cNvPr id="290" name="TextBox 289">
                  <a:extLst>
                    <a:ext uri="{FF2B5EF4-FFF2-40B4-BE49-F238E27FC236}">
                      <a16:creationId xmlns:a16="http://schemas.microsoft.com/office/drawing/2014/main" id="{C0610EAC-6EE9-DB7D-3549-8D56A2C099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5961" y="2388066"/>
                  <a:ext cx="998927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7595" r="-7595" b="-1379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EF9A70-20C5-1AE9-6A1C-CF26A8235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181956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74D3E-7978-2517-A081-E3F9CC31B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Equations in matrix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66E0A3-1AD1-4661-3EA7-F83CAA9B87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𝑳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it-IT" b="1" i="1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𝑹𝒊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en-US" b="1" i="1" dirty="0"/>
              </a:p>
              <a:p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dirty="0"/>
                  <a:t> diagonal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/>
                  <a:t> resistance matrix</a:t>
                </a:r>
              </a:p>
              <a:p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dirty="0"/>
                  <a:t> full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dirty="0"/>
                  <a:t> partial inductance matrix</a:t>
                </a:r>
              </a:p>
              <a:p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dirty="0"/>
                  <a:t> edge-to-node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dirty="0"/>
                  <a:t> incidence matrix</a:t>
                </a:r>
              </a:p>
              <a:p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dirty="0"/>
                  <a:t> vector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US" dirty="0"/>
                  <a:t> edge currents</a:t>
                </a:r>
              </a:p>
              <a:p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𝝋</m:t>
                    </m:r>
                  </m:oMath>
                </a14:m>
                <a:r>
                  <a:rPr lang="en-US" dirty="0"/>
                  <a:t> vector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US" dirty="0"/>
                  <a:t> nodal potentials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b="1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66E0A3-1AD1-4661-3EA7-F83CAA9B87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9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477DDA-DCF5-7D08-238C-367D89C02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1487626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9F555-C081-E012-961A-252A62C48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5C98E-D9AD-B6BA-22EE-4F2446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Electromagnetic modelling of SC cable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EA67DDF-5B06-12D7-A623-BC2E948384AB}"/>
              </a:ext>
            </a:extLst>
          </p:cNvPr>
          <p:cNvGrpSpPr/>
          <p:nvPr/>
        </p:nvGrpSpPr>
        <p:grpSpPr>
          <a:xfrm>
            <a:off x="838200" y="1874869"/>
            <a:ext cx="5961763" cy="306124"/>
            <a:chOff x="5447130" y="2491991"/>
            <a:chExt cx="5961763" cy="30612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24A0122-5D54-BA08-BDA1-BD3214294527}"/>
                </a:ext>
              </a:extLst>
            </p:cNvPr>
            <p:cNvGrpSpPr/>
            <p:nvPr/>
          </p:nvGrpSpPr>
          <p:grpSpPr>
            <a:xfrm rot="5400000">
              <a:off x="7452737" y="1831479"/>
              <a:ext cx="298977" cy="1620001"/>
              <a:chOff x="7453879" y="3360701"/>
              <a:chExt cx="298977" cy="1620001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2161C2E6-CC24-18AD-3844-3AA065E195B4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200000">
                <a:off x="7333368" y="4021213"/>
                <a:ext cx="540000" cy="298977"/>
                <a:chOff x="2887363" y="5330087"/>
                <a:chExt cx="1799966" cy="996572"/>
              </a:xfrm>
            </p:grpSpPr>
            <p:sp>
              <p:nvSpPr>
                <p:cNvPr id="47" name="Arc 46">
                  <a:extLst>
                    <a:ext uri="{FF2B5EF4-FFF2-40B4-BE49-F238E27FC236}">
                      <a16:creationId xmlns:a16="http://schemas.microsoft.com/office/drawing/2014/main" id="{F97C56B6-F6B4-EBBB-0298-BA4A481AD716}"/>
                    </a:ext>
                  </a:extLst>
                </p:cNvPr>
                <p:cNvSpPr/>
                <p:nvPr/>
              </p:nvSpPr>
              <p:spPr>
                <a:xfrm>
                  <a:off x="3270422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48" name="Arc 47">
                  <a:extLst>
                    <a:ext uri="{FF2B5EF4-FFF2-40B4-BE49-F238E27FC236}">
                      <a16:creationId xmlns:a16="http://schemas.microsoft.com/office/drawing/2014/main" id="{00BC3562-7E4E-3512-415A-B1FC7E42A872}"/>
                    </a:ext>
                  </a:extLst>
                </p:cNvPr>
                <p:cNvSpPr/>
                <p:nvPr/>
              </p:nvSpPr>
              <p:spPr>
                <a:xfrm>
                  <a:off x="3653481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49" name="Arc 48">
                  <a:extLst>
                    <a:ext uri="{FF2B5EF4-FFF2-40B4-BE49-F238E27FC236}">
                      <a16:creationId xmlns:a16="http://schemas.microsoft.com/office/drawing/2014/main" id="{3BF09EEE-5998-AB2B-5616-AAEBFD8E8587}"/>
                    </a:ext>
                  </a:extLst>
                </p:cNvPr>
                <p:cNvSpPr/>
                <p:nvPr/>
              </p:nvSpPr>
              <p:spPr>
                <a:xfrm>
                  <a:off x="4036540" y="5330087"/>
                  <a:ext cx="650789" cy="996572"/>
                </a:xfrm>
                <a:prstGeom prst="arc">
                  <a:avLst>
                    <a:gd name="adj1" fmla="val 10790216"/>
                    <a:gd name="adj2" fmla="val 21038836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50" name="Arc 49">
                  <a:extLst>
                    <a:ext uri="{FF2B5EF4-FFF2-40B4-BE49-F238E27FC236}">
                      <a16:creationId xmlns:a16="http://schemas.microsoft.com/office/drawing/2014/main" id="{3D30EE79-C37F-6107-F928-8CD2D88F9201}"/>
                    </a:ext>
                  </a:extLst>
                </p:cNvPr>
                <p:cNvSpPr/>
                <p:nvPr/>
              </p:nvSpPr>
              <p:spPr>
                <a:xfrm>
                  <a:off x="2887363" y="5330087"/>
                  <a:ext cx="650789" cy="996572"/>
                </a:xfrm>
                <a:prstGeom prst="arc">
                  <a:avLst>
                    <a:gd name="adj1" fmla="val 11355569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51" name="Arc 50">
                  <a:extLst>
                    <a:ext uri="{FF2B5EF4-FFF2-40B4-BE49-F238E27FC236}">
                      <a16:creationId xmlns:a16="http://schemas.microsoft.com/office/drawing/2014/main" id="{913837C5-FA25-7F08-4241-C7EFB43458C7}"/>
                    </a:ext>
                  </a:extLst>
                </p:cNvPr>
                <p:cNvSpPr/>
                <p:nvPr/>
              </p:nvSpPr>
              <p:spPr>
                <a:xfrm rot="10800000">
                  <a:off x="3653481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52" name="Arc 51">
                  <a:extLst>
                    <a:ext uri="{FF2B5EF4-FFF2-40B4-BE49-F238E27FC236}">
                      <a16:creationId xmlns:a16="http://schemas.microsoft.com/office/drawing/2014/main" id="{0A991DEA-828A-92D2-2223-333DDCD4BD2C}"/>
                    </a:ext>
                  </a:extLst>
                </p:cNvPr>
                <p:cNvSpPr/>
                <p:nvPr/>
              </p:nvSpPr>
              <p:spPr>
                <a:xfrm rot="10800000">
                  <a:off x="4036130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53" name="Arc 52">
                  <a:extLst>
                    <a:ext uri="{FF2B5EF4-FFF2-40B4-BE49-F238E27FC236}">
                      <a16:creationId xmlns:a16="http://schemas.microsoft.com/office/drawing/2014/main" id="{DAA7D130-5BD1-6697-7877-771284800474}"/>
                    </a:ext>
                  </a:extLst>
                </p:cNvPr>
                <p:cNvSpPr/>
                <p:nvPr/>
              </p:nvSpPr>
              <p:spPr>
                <a:xfrm rot="10800000">
                  <a:off x="3270011" y="5454663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</p:grp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66B5834-992B-26D6-B1A9-A34CD43025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9383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40F8C4E4-466D-5B3E-1F20-E87FD8D7C3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9917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114197A-89C6-BE18-8C57-FCF7AA1E59D0}"/>
                </a:ext>
              </a:extLst>
            </p:cNvPr>
            <p:cNvGrpSpPr/>
            <p:nvPr/>
          </p:nvGrpSpPr>
          <p:grpSpPr>
            <a:xfrm rot="5400000">
              <a:off x="6157459" y="1813825"/>
              <a:ext cx="242888" cy="1620001"/>
              <a:chOff x="7860988" y="3360701"/>
              <a:chExt cx="242888" cy="1620001"/>
            </a:xfrm>
          </p:grpSpPr>
          <p:sp>
            <p:nvSpPr>
              <p:cNvPr id="33" name="Line 475">
                <a:extLst>
                  <a:ext uri="{FF2B5EF4-FFF2-40B4-BE49-F238E27FC236}">
                    <a16:creationId xmlns:a16="http://schemas.microsoft.com/office/drawing/2014/main" id="{81C7B63A-CE11-9870-7502-A14EEAAB58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4" name="Line 476">
                <a:extLst>
                  <a:ext uri="{FF2B5EF4-FFF2-40B4-BE49-F238E27FC236}">
                    <a16:creationId xmlns:a16="http://schemas.microsoft.com/office/drawing/2014/main" id="{18D0867A-A27F-BB4C-001D-168C892850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5" name="Line 477">
                <a:extLst>
                  <a:ext uri="{FF2B5EF4-FFF2-40B4-BE49-F238E27FC236}">
                    <a16:creationId xmlns:a16="http://schemas.microsoft.com/office/drawing/2014/main" id="{A7DCAA03-1BCC-6F2C-B14C-91BBB8443C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6" name="Line 478">
                <a:extLst>
                  <a:ext uri="{FF2B5EF4-FFF2-40B4-BE49-F238E27FC236}">
                    <a16:creationId xmlns:a16="http://schemas.microsoft.com/office/drawing/2014/main" id="{3E76404C-07FD-E472-C9CE-846B8DCCD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7" name="Line 479">
                <a:extLst>
                  <a:ext uri="{FF2B5EF4-FFF2-40B4-BE49-F238E27FC236}">
                    <a16:creationId xmlns:a16="http://schemas.microsoft.com/office/drawing/2014/main" id="{ADC73AB1-74D5-0FBB-BBE8-B2F793556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8" name="Line 480">
                <a:extLst>
                  <a:ext uri="{FF2B5EF4-FFF2-40B4-BE49-F238E27FC236}">
                    <a16:creationId xmlns:a16="http://schemas.microsoft.com/office/drawing/2014/main" id="{A7FB23A4-DB10-A3C3-9A45-AD79F250AF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39" name="Line 481">
                <a:extLst>
                  <a:ext uri="{FF2B5EF4-FFF2-40B4-BE49-F238E27FC236}">
                    <a16:creationId xmlns:a16="http://schemas.microsoft.com/office/drawing/2014/main" id="{2E2A2943-6776-8D1E-0FEE-1612FFAE4B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0" name="Line 482">
                <a:extLst>
                  <a:ext uri="{FF2B5EF4-FFF2-40B4-BE49-F238E27FC236}">
                    <a16:creationId xmlns:a16="http://schemas.microsoft.com/office/drawing/2014/main" id="{6BD24938-0CD1-5486-0FAB-104EA462FB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41" name="Line 483">
                <a:extLst>
                  <a:ext uri="{FF2B5EF4-FFF2-40B4-BE49-F238E27FC236}">
                    <a16:creationId xmlns:a16="http://schemas.microsoft.com/office/drawing/2014/main" id="{3DCA86E5-EE26-82E7-2E84-56071E28A0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865DA74-9B85-5B3C-FAB2-7E682DED9D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  <a:headEnd type="triangl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6C0F286D-08B8-A2D1-3319-F9ADB0F66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60C654A-63D5-EB5E-5156-3ACE8A0A9E55}"/>
                </a:ext>
              </a:extLst>
            </p:cNvPr>
            <p:cNvGrpSpPr/>
            <p:nvPr/>
          </p:nvGrpSpPr>
          <p:grpSpPr>
            <a:xfrm rot="5400000">
              <a:off x="10406838" y="1838626"/>
              <a:ext cx="298977" cy="1620001"/>
              <a:chOff x="7453879" y="3360701"/>
              <a:chExt cx="298977" cy="1620001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A83A706-F97E-52EA-0D17-4D36301FA060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200000">
                <a:off x="7333368" y="4021213"/>
                <a:ext cx="540000" cy="298977"/>
                <a:chOff x="2887363" y="5330087"/>
                <a:chExt cx="1799966" cy="996572"/>
              </a:xfrm>
            </p:grpSpPr>
            <p:sp>
              <p:nvSpPr>
                <p:cNvPr id="26" name="Arc 25">
                  <a:extLst>
                    <a:ext uri="{FF2B5EF4-FFF2-40B4-BE49-F238E27FC236}">
                      <a16:creationId xmlns:a16="http://schemas.microsoft.com/office/drawing/2014/main" id="{8D1242A2-2B79-2012-D979-8BB9AAD5DD0D}"/>
                    </a:ext>
                  </a:extLst>
                </p:cNvPr>
                <p:cNvSpPr/>
                <p:nvPr/>
              </p:nvSpPr>
              <p:spPr>
                <a:xfrm>
                  <a:off x="3270422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7" name="Arc 26">
                  <a:extLst>
                    <a:ext uri="{FF2B5EF4-FFF2-40B4-BE49-F238E27FC236}">
                      <a16:creationId xmlns:a16="http://schemas.microsoft.com/office/drawing/2014/main" id="{E8CEFE29-FF97-7CD8-2938-08123BF21875}"/>
                    </a:ext>
                  </a:extLst>
                </p:cNvPr>
                <p:cNvSpPr/>
                <p:nvPr/>
              </p:nvSpPr>
              <p:spPr>
                <a:xfrm>
                  <a:off x="3653481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8" name="Arc 27">
                  <a:extLst>
                    <a:ext uri="{FF2B5EF4-FFF2-40B4-BE49-F238E27FC236}">
                      <a16:creationId xmlns:a16="http://schemas.microsoft.com/office/drawing/2014/main" id="{34B213FD-DCA9-7D16-BFCE-6607E3D1015F}"/>
                    </a:ext>
                  </a:extLst>
                </p:cNvPr>
                <p:cNvSpPr/>
                <p:nvPr/>
              </p:nvSpPr>
              <p:spPr>
                <a:xfrm>
                  <a:off x="4036540" y="5330087"/>
                  <a:ext cx="650789" cy="996572"/>
                </a:xfrm>
                <a:prstGeom prst="arc">
                  <a:avLst>
                    <a:gd name="adj1" fmla="val 10790216"/>
                    <a:gd name="adj2" fmla="val 21038836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9" name="Arc 28">
                  <a:extLst>
                    <a:ext uri="{FF2B5EF4-FFF2-40B4-BE49-F238E27FC236}">
                      <a16:creationId xmlns:a16="http://schemas.microsoft.com/office/drawing/2014/main" id="{A54D87DF-1E20-7ED2-1F15-2FBC9A2C6C55}"/>
                    </a:ext>
                  </a:extLst>
                </p:cNvPr>
                <p:cNvSpPr/>
                <p:nvPr/>
              </p:nvSpPr>
              <p:spPr>
                <a:xfrm>
                  <a:off x="2887363" y="5330087"/>
                  <a:ext cx="650789" cy="996572"/>
                </a:xfrm>
                <a:prstGeom prst="arc">
                  <a:avLst>
                    <a:gd name="adj1" fmla="val 11355569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30" name="Arc 29">
                  <a:extLst>
                    <a:ext uri="{FF2B5EF4-FFF2-40B4-BE49-F238E27FC236}">
                      <a16:creationId xmlns:a16="http://schemas.microsoft.com/office/drawing/2014/main" id="{1F007894-6DEC-4A80-7D75-79A2D0B20365}"/>
                    </a:ext>
                  </a:extLst>
                </p:cNvPr>
                <p:cNvSpPr/>
                <p:nvPr/>
              </p:nvSpPr>
              <p:spPr>
                <a:xfrm rot="10800000">
                  <a:off x="3653481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31" name="Arc 30">
                  <a:extLst>
                    <a:ext uri="{FF2B5EF4-FFF2-40B4-BE49-F238E27FC236}">
                      <a16:creationId xmlns:a16="http://schemas.microsoft.com/office/drawing/2014/main" id="{82D8AFCC-AB3E-50FF-C2AC-A93C2CC869A9}"/>
                    </a:ext>
                  </a:extLst>
                </p:cNvPr>
                <p:cNvSpPr/>
                <p:nvPr/>
              </p:nvSpPr>
              <p:spPr>
                <a:xfrm rot="10800000">
                  <a:off x="4036130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32" name="Arc 31">
                  <a:extLst>
                    <a:ext uri="{FF2B5EF4-FFF2-40B4-BE49-F238E27FC236}">
                      <a16:creationId xmlns:a16="http://schemas.microsoft.com/office/drawing/2014/main" id="{5775F275-8BEC-ADB9-BCE2-371091EA57F6}"/>
                    </a:ext>
                  </a:extLst>
                </p:cNvPr>
                <p:cNvSpPr/>
                <p:nvPr/>
              </p:nvSpPr>
              <p:spPr>
                <a:xfrm rot="10800000">
                  <a:off x="3270011" y="5454663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</p:grp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6826C0AD-C395-1661-9053-D65C3FC65D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9383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6F466CB-6614-86E0-712F-E063D1578E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9917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95FDC67-E6A0-5C07-47EA-E4B9123DB1F7}"/>
                </a:ext>
              </a:extLst>
            </p:cNvPr>
            <p:cNvGrpSpPr/>
            <p:nvPr/>
          </p:nvGrpSpPr>
          <p:grpSpPr>
            <a:xfrm rot="5400000">
              <a:off x="9111560" y="1820972"/>
              <a:ext cx="242888" cy="1620001"/>
              <a:chOff x="7860988" y="3360701"/>
              <a:chExt cx="242888" cy="1620001"/>
            </a:xfrm>
          </p:grpSpPr>
          <p:sp>
            <p:nvSpPr>
              <p:cNvPr id="12" name="Line 475">
                <a:extLst>
                  <a:ext uri="{FF2B5EF4-FFF2-40B4-BE49-F238E27FC236}">
                    <a16:creationId xmlns:a16="http://schemas.microsoft.com/office/drawing/2014/main" id="{1AAA9CF7-DC49-1409-F434-2657E3BA95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3" name="Line 476">
                <a:extLst>
                  <a:ext uri="{FF2B5EF4-FFF2-40B4-BE49-F238E27FC236}">
                    <a16:creationId xmlns:a16="http://schemas.microsoft.com/office/drawing/2014/main" id="{B8A44CCC-70ED-C0D7-8605-E180A1230A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4" name="Line 477">
                <a:extLst>
                  <a:ext uri="{FF2B5EF4-FFF2-40B4-BE49-F238E27FC236}">
                    <a16:creationId xmlns:a16="http://schemas.microsoft.com/office/drawing/2014/main" id="{79382F87-DFA2-7D75-9F18-8D542AF246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5" name="Line 478">
                <a:extLst>
                  <a:ext uri="{FF2B5EF4-FFF2-40B4-BE49-F238E27FC236}">
                    <a16:creationId xmlns:a16="http://schemas.microsoft.com/office/drawing/2014/main" id="{BC09DD42-0A57-5964-25DA-293FF81AC6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6" name="Line 479">
                <a:extLst>
                  <a:ext uri="{FF2B5EF4-FFF2-40B4-BE49-F238E27FC236}">
                    <a16:creationId xmlns:a16="http://schemas.microsoft.com/office/drawing/2014/main" id="{2056E638-F8CE-1327-9783-28657DE579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7" name="Line 480">
                <a:extLst>
                  <a:ext uri="{FF2B5EF4-FFF2-40B4-BE49-F238E27FC236}">
                    <a16:creationId xmlns:a16="http://schemas.microsoft.com/office/drawing/2014/main" id="{77D22807-F187-EC08-CBF8-61903A5895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8" name="Line 481">
                <a:extLst>
                  <a:ext uri="{FF2B5EF4-FFF2-40B4-BE49-F238E27FC236}">
                    <a16:creationId xmlns:a16="http://schemas.microsoft.com/office/drawing/2014/main" id="{C988A368-A702-65AD-464F-411ADBFCD5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9" name="Line 482">
                <a:extLst>
                  <a:ext uri="{FF2B5EF4-FFF2-40B4-BE49-F238E27FC236}">
                    <a16:creationId xmlns:a16="http://schemas.microsoft.com/office/drawing/2014/main" id="{2CC7A4D6-0957-7D2F-3A8F-AF3456EC31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0" name="Line 483">
                <a:extLst>
                  <a:ext uri="{FF2B5EF4-FFF2-40B4-BE49-F238E27FC236}">
                    <a16:creationId xmlns:a16="http://schemas.microsoft.com/office/drawing/2014/main" id="{C2F4F88C-33CE-9ECE-5316-19D44EACCF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60E453C-2B2A-97B4-0D8D-3741830448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  <a:headEnd type="triangl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BBBAAE0-BBF7-3230-ABC3-089BF6C01E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E72E1EB-09EF-5758-17F6-B9AFFC25FB9F}"/>
                </a:ext>
              </a:extLst>
            </p:cNvPr>
            <p:cNvSpPr/>
            <p:nvPr/>
          </p:nvSpPr>
          <p:spPr>
            <a:xfrm>
              <a:off x="5447130" y="2575931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A56EC9B-3F66-6BB7-FEC7-748D920BBB72}"/>
                </a:ext>
              </a:extLst>
            </p:cNvPr>
            <p:cNvSpPr/>
            <p:nvPr/>
          </p:nvSpPr>
          <p:spPr>
            <a:xfrm>
              <a:off x="8380991" y="2575931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5135D22-27E0-90AD-A0C3-A5A85991816D}"/>
                </a:ext>
              </a:extLst>
            </p:cNvPr>
            <p:cNvSpPr/>
            <p:nvPr/>
          </p:nvSpPr>
          <p:spPr>
            <a:xfrm>
              <a:off x="11314553" y="2578587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72E0701-7EB0-5703-8249-530C77C99E45}"/>
              </a:ext>
            </a:extLst>
          </p:cNvPr>
          <p:cNvGrpSpPr/>
          <p:nvPr/>
        </p:nvGrpSpPr>
        <p:grpSpPr>
          <a:xfrm>
            <a:off x="838200" y="2664755"/>
            <a:ext cx="5961763" cy="306124"/>
            <a:chOff x="5447130" y="2491991"/>
            <a:chExt cx="5961763" cy="306124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A9129C83-3165-C4A4-F56C-7A1B16F0BA45}"/>
                </a:ext>
              </a:extLst>
            </p:cNvPr>
            <p:cNvGrpSpPr/>
            <p:nvPr/>
          </p:nvGrpSpPr>
          <p:grpSpPr>
            <a:xfrm rot="5400000">
              <a:off x="7452737" y="1831479"/>
              <a:ext cx="298977" cy="1620001"/>
              <a:chOff x="7453879" y="3360701"/>
              <a:chExt cx="298977" cy="1620001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3D14C37F-317A-C4A8-24DA-323985A58AE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200000">
                <a:off x="7333368" y="4021213"/>
                <a:ext cx="540000" cy="298977"/>
                <a:chOff x="2887363" y="5330087"/>
                <a:chExt cx="1799966" cy="996572"/>
              </a:xfrm>
            </p:grpSpPr>
            <p:sp>
              <p:nvSpPr>
                <p:cNvPr id="147" name="Arc 146">
                  <a:extLst>
                    <a:ext uri="{FF2B5EF4-FFF2-40B4-BE49-F238E27FC236}">
                      <a16:creationId xmlns:a16="http://schemas.microsoft.com/office/drawing/2014/main" id="{E12B4F54-6994-DD7E-7D6F-847AA9DBD7AA}"/>
                    </a:ext>
                  </a:extLst>
                </p:cNvPr>
                <p:cNvSpPr/>
                <p:nvPr/>
              </p:nvSpPr>
              <p:spPr>
                <a:xfrm>
                  <a:off x="3270422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48" name="Arc 147">
                  <a:extLst>
                    <a:ext uri="{FF2B5EF4-FFF2-40B4-BE49-F238E27FC236}">
                      <a16:creationId xmlns:a16="http://schemas.microsoft.com/office/drawing/2014/main" id="{78EE9B57-7567-0517-6DD4-79B77B3CE64E}"/>
                    </a:ext>
                  </a:extLst>
                </p:cNvPr>
                <p:cNvSpPr/>
                <p:nvPr/>
              </p:nvSpPr>
              <p:spPr>
                <a:xfrm>
                  <a:off x="3653481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49" name="Arc 148">
                  <a:extLst>
                    <a:ext uri="{FF2B5EF4-FFF2-40B4-BE49-F238E27FC236}">
                      <a16:creationId xmlns:a16="http://schemas.microsoft.com/office/drawing/2014/main" id="{7FC7724A-838D-C4A0-16D1-55E1C99AB6D4}"/>
                    </a:ext>
                  </a:extLst>
                </p:cNvPr>
                <p:cNvSpPr/>
                <p:nvPr/>
              </p:nvSpPr>
              <p:spPr>
                <a:xfrm>
                  <a:off x="4036540" y="5330087"/>
                  <a:ext cx="650789" cy="996572"/>
                </a:xfrm>
                <a:prstGeom prst="arc">
                  <a:avLst>
                    <a:gd name="adj1" fmla="val 10790216"/>
                    <a:gd name="adj2" fmla="val 21038836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50" name="Arc 149">
                  <a:extLst>
                    <a:ext uri="{FF2B5EF4-FFF2-40B4-BE49-F238E27FC236}">
                      <a16:creationId xmlns:a16="http://schemas.microsoft.com/office/drawing/2014/main" id="{B92D9125-F828-EB05-183B-099BDD3C0F96}"/>
                    </a:ext>
                  </a:extLst>
                </p:cNvPr>
                <p:cNvSpPr/>
                <p:nvPr/>
              </p:nvSpPr>
              <p:spPr>
                <a:xfrm>
                  <a:off x="2887363" y="5330087"/>
                  <a:ext cx="650789" cy="996572"/>
                </a:xfrm>
                <a:prstGeom prst="arc">
                  <a:avLst>
                    <a:gd name="adj1" fmla="val 11355569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51" name="Arc 150">
                  <a:extLst>
                    <a:ext uri="{FF2B5EF4-FFF2-40B4-BE49-F238E27FC236}">
                      <a16:creationId xmlns:a16="http://schemas.microsoft.com/office/drawing/2014/main" id="{71037B06-A42A-CDC9-1E0C-DECD1AE05165}"/>
                    </a:ext>
                  </a:extLst>
                </p:cNvPr>
                <p:cNvSpPr/>
                <p:nvPr/>
              </p:nvSpPr>
              <p:spPr>
                <a:xfrm rot="10800000">
                  <a:off x="3653481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52" name="Arc 151">
                  <a:extLst>
                    <a:ext uri="{FF2B5EF4-FFF2-40B4-BE49-F238E27FC236}">
                      <a16:creationId xmlns:a16="http://schemas.microsoft.com/office/drawing/2014/main" id="{F6FA0B23-1644-6EC1-21F7-2EED1E59D25B}"/>
                    </a:ext>
                  </a:extLst>
                </p:cNvPr>
                <p:cNvSpPr/>
                <p:nvPr/>
              </p:nvSpPr>
              <p:spPr>
                <a:xfrm rot="10800000">
                  <a:off x="4036130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53" name="Arc 152">
                  <a:extLst>
                    <a:ext uri="{FF2B5EF4-FFF2-40B4-BE49-F238E27FC236}">
                      <a16:creationId xmlns:a16="http://schemas.microsoft.com/office/drawing/2014/main" id="{936F5A7F-354F-D163-72AA-736F7B22A214}"/>
                    </a:ext>
                  </a:extLst>
                </p:cNvPr>
                <p:cNvSpPr/>
                <p:nvPr/>
              </p:nvSpPr>
              <p:spPr>
                <a:xfrm rot="10800000">
                  <a:off x="3270011" y="5454663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</p:grp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F80C1B94-7EA6-F1DF-BE16-E164587FF9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9383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12112C5C-BFDB-A4F5-55C7-088CD9D378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9917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95D385AE-08BC-2196-1611-AADE1E271099}"/>
                </a:ext>
              </a:extLst>
            </p:cNvPr>
            <p:cNvGrpSpPr/>
            <p:nvPr/>
          </p:nvGrpSpPr>
          <p:grpSpPr>
            <a:xfrm rot="5400000">
              <a:off x="6157459" y="1813825"/>
              <a:ext cx="242888" cy="1620001"/>
              <a:chOff x="7860988" y="3360701"/>
              <a:chExt cx="242888" cy="1620001"/>
            </a:xfrm>
          </p:grpSpPr>
          <p:sp>
            <p:nvSpPr>
              <p:cNvPr id="133" name="Line 475">
                <a:extLst>
                  <a:ext uri="{FF2B5EF4-FFF2-40B4-BE49-F238E27FC236}">
                    <a16:creationId xmlns:a16="http://schemas.microsoft.com/office/drawing/2014/main" id="{F2830BB9-088C-B137-E2D1-522F8CD15B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34" name="Line 476">
                <a:extLst>
                  <a:ext uri="{FF2B5EF4-FFF2-40B4-BE49-F238E27FC236}">
                    <a16:creationId xmlns:a16="http://schemas.microsoft.com/office/drawing/2014/main" id="{DE246B6E-28B0-DB2E-1280-F39C1ABDF7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35" name="Line 477">
                <a:extLst>
                  <a:ext uri="{FF2B5EF4-FFF2-40B4-BE49-F238E27FC236}">
                    <a16:creationId xmlns:a16="http://schemas.microsoft.com/office/drawing/2014/main" id="{7A980313-68FC-C89A-73B1-28CA26931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36" name="Line 478">
                <a:extLst>
                  <a:ext uri="{FF2B5EF4-FFF2-40B4-BE49-F238E27FC236}">
                    <a16:creationId xmlns:a16="http://schemas.microsoft.com/office/drawing/2014/main" id="{CE878A29-654A-D25C-FC15-AA74F7CF81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37" name="Line 479">
                <a:extLst>
                  <a:ext uri="{FF2B5EF4-FFF2-40B4-BE49-F238E27FC236}">
                    <a16:creationId xmlns:a16="http://schemas.microsoft.com/office/drawing/2014/main" id="{EF919B23-E3F3-0D42-6F93-89E464452F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38" name="Line 480">
                <a:extLst>
                  <a:ext uri="{FF2B5EF4-FFF2-40B4-BE49-F238E27FC236}">
                    <a16:creationId xmlns:a16="http://schemas.microsoft.com/office/drawing/2014/main" id="{FEF19C54-6E07-1072-1164-D277B37ED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39" name="Line 481">
                <a:extLst>
                  <a:ext uri="{FF2B5EF4-FFF2-40B4-BE49-F238E27FC236}">
                    <a16:creationId xmlns:a16="http://schemas.microsoft.com/office/drawing/2014/main" id="{9A028663-C292-9F80-FAF7-936179E785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40" name="Line 482">
                <a:extLst>
                  <a:ext uri="{FF2B5EF4-FFF2-40B4-BE49-F238E27FC236}">
                    <a16:creationId xmlns:a16="http://schemas.microsoft.com/office/drawing/2014/main" id="{468F1DCA-9CFD-5EE9-0B9E-213A7E814C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41" name="Line 483">
                <a:extLst>
                  <a:ext uri="{FF2B5EF4-FFF2-40B4-BE49-F238E27FC236}">
                    <a16:creationId xmlns:a16="http://schemas.microsoft.com/office/drawing/2014/main" id="{D5F4EC43-2334-7E54-DEE1-B124E7657E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BA0E35F6-BDD7-A442-5182-810A358B6D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  <a:headEnd type="triangl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04B1C79B-1A60-9809-0A91-D677944F0F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2FC5501-3D5F-EE76-FF06-FF2D6E85BD08}"/>
                </a:ext>
              </a:extLst>
            </p:cNvPr>
            <p:cNvGrpSpPr/>
            <p:nvPr/>
          </p:nvGrpSpPr>
          <p:grpSpPr>
            <a:xfrm rot="5400000">
              <a:off x="10406838" y="1838626"/>
              <a:ext cx="298977" cy="1620001"/>
              <a:chOff x="7453879" y="3360701"/>
              <a:chExt cx="298977" cy="1620001"/>
            </a:xfrm>
          </p:grpSpPr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2325E219-B8E0-B1FB-2FB2-D9CE61A260A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200000">
                <a:off x="7333368" y="4021213"/>
                <a:ext cx="540000" cy="298977"/>
                <a:chOff x="2887363" y="5330087"/>
                <a:chExt cx="1799966" cy="996572"/>
              </a:xfrm>
            </p:grpSpPr>
            <p:sp>
              <p:nvSpPr>
                <p:cNvPr id="126" name="Arc 125">
                  <a:extLst>
                    <a:ext uri="{FF2B5EF4-FFF2-40B4-BE49-F238E27FC236}">
                      <a16:creationId xmlns:a16="http://schemas.microsoft.com/office/drawing/2014/main" id="{0A48CC0B-8797-ECA4-4B91-705A61735321}"/>
                    </a:ext>
                  </a:extLst>
                </p:cNvPr>
                <p:cNvSpPr/>
                <p:nvPr/>
              </p:nvSpPr>
              <p:spPr>
                <a:xfrm>
                  <a:off x="3270422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27" name="Arc 126">
                  <a:extLst>
                    <a:ext uri="{FF2B5EF4-FFF2-40B4-BE49-F238E27FC236}">
                      <a16:creationId xmlns:a16="http://schemas.microsoft.com/office/drawing/2014/main" id="{EB4B0F1E-21C5-CEA1-446D-9CB750FE544B}"/>
                    </a:ext>
                  </a:extLst>
                </p:cNvPr>
                <p:cNvSpPr/>
                <p:nvPr/>
              </p:nvSpPr>
              <p:spPr>
                <a:xfrm>
                  <a:off x="3653481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28" name="Arc 127">
                  <a:extLst>
                    <a:ext uri="{FF2B5EF4-FFF2-40B4-BE49-F238E27FC236}">
                      <a16:creationId xmlns:a16="http://schemas.microsoft.com/office/drawing/2014/main" id="{61F296B1-9DBB-6B6C-C267-30FAFA5DC32F}"/>
                    </a:ext>
                  </a:extLst>
                </p:cNvPr>
                <p:cNvSpPr/>
                <p:nvPr/>
              </p:nvSpPr>
              <p:spPr>
                <a:xfrm>
                  <a:off x="4036540" y="5330087"/>
                  <a:ext cx="650789" cy="996572"/>
                </a:xfrm>
                <a:prstGeom prst="arc">
                  <a:avLst>
                    <a:gd name="adj1" fmla="val 10790216"/>
                    <a:gd name="adj2" fmla="val 21038836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29" name="Arc 128">
                  <a:extLst>
                    <a:ext uri="{FF2B5EF4-FFF2-40B4-BE49-F238E27FC236}">
                      <a16:creationId xmlns:a16="http://schemas.microsoft.com/office/drawing/2014/main" id="{DDCFB39D-9B13-82CE-6F52-2C8814932926}"/>
                    </a:ext>
                  </a:extLst>
                </p:cNvPr>
                <p:cNvSpPr/>
                <p:nvPr/>
              </p:nvSpPr>
              <p:spPr>
                <a:xfrm>
                  <a:off x="2887363" y="5330087"/>
                  <a:ext cx="650789" cy="996572"/>
                </a:xfrm>
                <a:prstGeom prst="arc">
                  <a:avLst>
                    <a:gd name="adj1" fmla="val 11355569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30" name="Arc 129">
                  <a:extLst>
                    <a:ext uri="{FF2B5EF4-FFF2-40B4-BE49-F238E27FC236}">
                      <a16:creationId xmlns:a16="http://schemas.microsoft.com/office/drawing/2014/main" id="{91A2C44D-9400-7491-2A62-133454FCC1BC}"/>
                    </a:ext>
                  </a:extLst>
                </p:cNvPr>
                <p:cNvSpPr/>
                <p:nvPr/>
              </p:nvSpPr>
              <p:spPr>
                <a:xfrm rot="10800000">
                  <a:off x="3653481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31" name="Arc 130">
                  <a:extLst>
                    <a:ext uri="{FF2B5EF4-FFF2-40B4-BE49-F238E27FC236}">
                      <a16:creationId xmlns:a16="http://schemas.microsoft.com/office/drawing/2014/main" id="{7392BC98-14D0-5839-7969-B1E5BF093AC3}"/>
                    </a:ext>
                  </a:extLst>
                </p:cNvPr>
                <p:cNvSpPr/>
                <p:nvPr/>
              </p:nvSpPr>
              <p:spPr>
                <a:xfrm rot="10800000">
                  <a:off x="4036130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132" name="Arc 131">
                  <a:extLst>
                    <a:ext uri="{FF2B5EF4-FFF2-40B4-BE49-F238E27FC236}">
                      <a16:creationId xmlns:a16="http://schemas.microsoft.com/office/drawing/2014/main" id="{AE208EE3-A138-D9D3-601D-B1C896CCC574}"/>
                    </a:ext>
                  </a:extLst>
                </p:cNvPr>
                <p:cNvSpPr/>
                <p:nvPr/>
              </p:nvSpPr>
              <p:spPr>
                <a:xfrm rot="10800000">
                  <a:off x="3270011" y="5454663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</p:grp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5AD67531-7181-A4AA-1D77-B648D49CCE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9383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43C4595F-37AD-D5EE-43BB-40F08A332D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9917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0AC05A9-830B-2418-ECD4-C35160229B21}"/>
                </a:ext>
              </a:extLst>
            </p:cNvPr>
            <p:cNvGrpSpPr/>
            <p:nvPr/>
          </p:nvGrpSpPr>
          <p:grpSpPr>
            <a:xfrm rot="5400000">
              <a:off x="9111560" y="1820972"/>
              <a:ext cx="242888" cy="1620001"/>
              <a:chOff x="7860988" y="3360701"/>
              <a:chExt cx="242888" cy="1620001"/>
            </a:xfrm>
          </p:grpSpPr>
          <p:sp>
            <p:nvSpPr>
              <p:cNvPr id="112" name="Line 475">
                <a:extLst>
                  <a:ext uri="{FF2B5EF4-FFF2-40B4-BE49-F238E27FC236}">
                    <a16:creationId xmlns:a16="http://schemas.microsoft.com/office/drawing/2014/main" id="{4CA9A393-8A9A-9319-5F81-1BD1FE6963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3" name="Line 476">
                <a:extLst>
                  <a:ext uri="{FF2B5EF4-FFF2-40B4-BE49-F238E27FC236}">
                    <a16:creationId xmlns:a16="http://schemas.microsoft.com/office/drawing/2014/main" id="{C13F7B7F-1AAB-3CF9-0B72-9647E80C17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4" name="Line 477">
                <a:extLst>
                  <a:ext uri="{FF2B5EF4-FFF2-40B4-BE49-F238E27FC236}">
                    <a16:creationId xmlns:a16="http://schemas.microsoft.com/office/drawing/2014/main" id="{98F23157-3131-4284-6665-3C74078D5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5" name="Line 478">
                <a:extLst>
                  <a:ext uri="{FF2B5EF4-FFF2-40B4-BE49-F238E27FC236}">
                    <a16:creationId xmlns:a16="http://schemas.microsoft.com/office/drawing/2014/main" id="{0849026A-F2D1-CD73-9933-382D4DC641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6" name="Line 479">
                <a:extLst>
                  <a:ext uri="{FF2B5EF4-FFF2-40B4-BE49-F238E27FC236}">
                    <a16:creationId xmlns:a16="http://schemas.microsoft.com/office/drawing/2014/main" id="{1BD03188-E60C-484D-9F97-0BBECB3A4E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7" name="Line 480">
                <a:extLst>
                  <a:ext uri="{FF2B5EF4-FFF2-40B4-BE49-F238E27FC236}">
                    <a16:creationId xmlns:a16="http://schemas.microsoft.com/office/drawing/2014/main" id="{43A2CA8A-302D-6CF0-9D4D-0C099C38F1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8" name="Line 481">
                <a:extLst>
                  <a:ext uri="{FF2B5EF4-FFF2-40B4-BE49-F238E27FC236}">
                    <a16:creationId xmlns:a16="http://schemas.microsoft.com/office/drawing/2014/main" id="{9C226820-D5B4-4F6E-9AA5-9C17DC3B49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19" name="Line 482">
                <a:extLst>
                  <a:ext uri="{FF2B5EF4-FFF2-40B4-BE49-F238E27FC236}">
                    <a16:creationId xmlns:a16="http://schemas.microsoft.com/office/drawing/2014/main" id="{9F69967F-70F4-DCF3-DEFF-6A0195304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120" name="Line 483">
                <a:extLst>
                  <a:ext uri="{FF2B5EF4-FFF2-40B4-BE49-F238E27FC236}">
                    <a16:creationId xmlns:a16="http://schemas.microsoft.com/office/drawing/2014/main" id="{59024D8A-1186-59C9-B6DC-B54B9FBDBD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EDA4555F-9896-8CBE-25E5-5E29537116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  <a:headEnd type="triangl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B13F8CB0-1D21-33A4-76D7-FDDA171C74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226D03F4-FE2D-1A54-1851-1894F17546CE}"/>
                </a:ext>
              </a:extLst>
            </p:cNvPr>
            <p:cNvSpPr/>
            <p:nvPr/>
          </p:nvSpPr>
          <p:spPr>
            <a:xfrm>
              <a:off x="5447130" y="2575931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6061311-D1FA-0D73-F99B-64B199771E0A}"/>
                </a:ext>
              </a:extLst>
            </p:cNvPr>
            <p:cNvSpPr/>
            <p:nvPr/>
          </p:nvSpPr>
          <p:spPr>
            <a:xfrm>
              <a:off x="8380991" y="2575931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9C0DC18-53D8-7953-51E9-F1F3DF6E0734}"/>
                </a:ext>
              </a:extLst>
            </p:cNvPr>
            <p:cNvSpPr/>
            <p:nvPr/>
          </p:nvSpPr>
          <p:spPr>
            <a:xfrm>
              <a:off x="11314553" y="2578587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DEDA744-B2B9-30FE-9AE8-79E22EBACE91}"/>
              </a:ext>
            </a:extLst>
          </p:cNvPr>
          <p:cNvGrpSpPr/>
          <p:nvPr/>
        </p:nvGrpSpPr>
        <p:grpSpPr>
          <a:xfrm>
            <a:off x="838200" y="3516636"/>
            <a:ext cx="5961763" cy="306124"/>
            <a:chOff x="5447130" y="2491991"/>
            <a:chExt cx="5961763" cy="306124"/>
          </a:xfrm>
        </p:grpSpPr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B28C717E-05F1-CF98-4A3E-D5D7788C4237}"/>
                </a:ext>
              </a:extLst>
            </p:cNvPr>
            <p:cNvGrpSpPr/>
            <p:nvPr/>
          </p:nvGrpSpPr>
          <p:grpSpPr>
            <a:xfrm rot="5400000">
              <a:off x="7452737" y="1831479"/>
              <a:ext cx="298977" cy="1620001"/>
              <a:chOff x="7453879" y="3360701"/>
              <a:chExt cx="298977" cy="1620001"/>
            </a:xfrm>
          </p:grpSpPr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D1739CD7-F29F-E821-AFB2-377A24CA4DE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200000">
                <a:off x="7333368" y="4021213"/>
                <a:ext cx="540000" cy="298977"/>
                <a:chOff x="2887363" y="5330087"/>
                <a:chExt cx="1799966" cy="996572"/>
              </a:xfrm>
            </p:grpSpPr>
            <p:sp>
              <p:nvSpPr>
                <p:cNvPr id="247" name="Arc 246">
                  <a:extLst>
                    <a:ext uri="{FF2B5EF4-FFF2-40B4-BE49-F238E27FC236}">
                      <a16:creationId xmlns:a16="http://schemas.microsoft.com/office/drawing/2014/main" id="{61D26131-AA46-6938-26F5-553A4FC14FB4}"/>
                    </a:ext>
                  </a:extLst>
                </p:cNvPr>
                <p:cNvSpPr/>
                <p:nvPr/>
              </p:nvSpPr>
              <p:spPr>
                <a:xfrm>
                  <a:off x="3270422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48" name="Arc 247">
                  <a:extLst>
                    <a:ext uri="{FF2B5EF4-FFF2-40B4-BE49-F238E27FC236}">
                      <a16:creationId xmlns:a16="http://schemas.microsoft.com/office/drawing/2014/main" id="{42845E5F-40A9-720D-E773-2F6F342881DB}"/>
                    </a:ext>
                  </a:extLst>
                </p:cNvPr>
                <p:cNvSpPr/>
                <p:nvPr/>
              </p:nvSpPr>
              <p:spPr>
                <a:xfrm>
                  <a:off x="3653481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49" name="Arc 248">
                  <a:extLst>
                    <a:ext uri="{FF2B5EF4-FFF2-40B4-BE49-F238E27FC236}">
                      <a16:creationId xmlns:a16="http://schemas.microsoft.com/office/drawing/2014/main" id="{F1B646AE-C74D-AD04-B0FF-831BAD17005E}"/>
                    </a:ext>
                  </a:extLst>
                </p:cNvPr>
                <p:cNvSpPr/>
                <p:nvPr/>
              </p:nvSpPr>
              <p:spPr>
                <a:xfrm>
                  <a:off x="4036540" y="5330087"/>
                  <a:ext cx="650789" cy="996572"/>
                </a:xfrm>
                <a:prstGeom prst="arc">
                  <a:avLst>
                    <a:gd name="adj1" fmla="val 10790216"/>
                    <a:gd name="adj2" fmla="val 21038836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50" name="Arc 249">
                  <a:extLst>
                    <a:ext uri="{FF2B5EF4-FFF2-40B4-BE49-F238E27FC236}">
                      <a16:creationId xmlns:a16="http://schemas.microsoft.com/office/drawing/2014/main" id="{DE0D5220-F2E1-3F40-0934-0A32CF7545CD}"/>
                    </a:ext>
                  </a:extLst>
                </p:cNvPr>
                <p:cNvSpPr/>
                <p:nvPr/>
              </p:nvSpPr>
              <p:spPr>
                <a:xfrm>
                  <a:off x="2887363" y="5330087"/>
                  <a:ext cx="650789" cy="996572"/>
                </a:xfrm>
                <a:prstGeom prst="arc">
                  <a:avLst>
                    <a:gd name="adj1" fmla="val 11355569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51" name="Arc 250">
                  <a:extLst>
                    <a:ext uri="{FF2B5EF4-FFF2-40B4-BE49-F238E27FC236}">
                      <a16:creationId xmlns:a16="http://schemas.microsoft.com/office/drawing/2014/main" id="{B066C4A9-D64F-4BA6-5448-96AC3E60E0E5}"/>
                    </a:ext>
                  </a:extLst>
                </p:cNvPr>
                <p:cNvSpPr/>
                <p:nvPr/>
              </p:nvSpPr>
              <p:spPr>
                <a:xfrm rot="10800000">
                  <a:off x="3653481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52" name="Arc 251">
                  <a:extLst>
                    <a:ext uri="{FF2B5EF4-FFF2-40B4-BE49-F238E27FC236}">
                      <a16:creationId xmlns:a16="http://schemas.microsoft.com/office/drawing/2014/main" id="{09CC7BC9-6889-BE0A-C885-48DE94C39D3E}"/>
                    </a:ext>
                  </a:extLst>
                </p:cNvPr>
                <p:cNvSpPr/>
                <p:nvPr/>
              </p:nvSpPr>
              <p:spPr>
                <a:xfrm rot="10800000">
                  <a:off x="4036130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53" name="Arc 252">
                  <a:extLst>
                    <a:ext uri="{FF2B5EF4-FFF2-40B4-BE49-F238E27FC236}">
                      <a16:creationId xmlns:a16="http://schemas.microsoft.com/office/drawing/2014/main" id="{AE5B1B7E-7582-0634-C3A0-0D3C4BB56775}"/>
                    </a:ext>
                  </a:extLst>
                </p:cNvPr>
                <p:cNvSpPr/>
                <p:nvPr/>
              </p:nvSpPr>
              <p:spPr>
                <a:xfrm rot="10800000">
                  <a:off x="3270011" y="5454663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</p:grp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73320E14-1C03-38AA-94F6-B62ED89F49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9383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03452635-F8FF-482B-29C4-C5F3A12A86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9917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5B21D417-BB9D-CFEB-9FD4-46FB86F5F859}"/>
                </a:ext>
              </a:extLst>
            </p:cNvPr>
            <p:cNvGrpSpPr/>
            <p:nvPr/>
          </p:nvGrpSpPr>
          <p:grpSpPr>
            <a:xfrm rot="5400000">
              <a:off x="6157459" y="1813825"/>
              <a:ext cx="242888" cy="1620001"/>
              <a:chOff x="7860988" y="3360701"/>
              <a:chExt cx="242888" cy="1620001"/>
            </a:xfrm>
          </p:grpSpPr>
          <p:sp>
            <p:nvSpPr>
              <p:cNvPr id="233" name="Line 475">
                <a:extLst>
                  <a:ext uri="{FF2B5EF4-FFF2-40B4-BE49-F238E27FC236}">
                    <a16:creationId xmlns:a16="http://schemas.microsoft.com/office/drawing/2014/main" id="{905CB1E4-4533-03FF-9A52-5843272205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34" name="Line 476">
                <a:extLst>
                  <a:ext uri="{FF2B5EF4-FFF2-40B4-BE49-F238E27FC236}">
                    <a16:creationId xmlns:a16="http://schemas.microsoft.com/office/drawing/2014/main" id="{BEE31D53-4270-BD0B-4340-46C238753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35" name="Line 477">
                <a:extLst>
                  <a:ext uri="{FF2B5EF4-FFF2-40B4-BE49-F238E27FC236}">
                    <a16:creationId xmlns:a16="http://schemas.microsoft.com/office/drawing/2014/main" id="{03D292FF-8261-CE1E-B0F7-1D3958CF5E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36" name="Line 478">
                <a:extLst>
                  <a:ext uri="{FF2B5EF4-FFF2-40B4-BE49-F238E27FC236}">
                    <a16:creationId xmlns:a16="http://schemas.microsoft.com/office/drawing/2014/main" id="{AA5E71A3-8892-82B0-1BBE-F71B675DB0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37" name="Line 479">
                <a:extLst>
                  <a:ext uri="{FF2B5EF4-FFF2-40B4-BE49-F238E27FC236}">
                    <a16:creationId xmlns:a16="http://schemas.microsoft.com/office/drawing/2014/main" id="{341347BE-9640-DBCE-072E-BF40110ECE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38" name="Line 480">
                <a:extLst>
                  <a:ext uri="{FF2B5EF4-FFF2-40B4-BE49-F238E27FC236}">
                    <a16:creationId xmlns:a16="http://schemas.microsoft.com/office/drawing/2014/main" id="{1684C905-A498-4D68-C60D-57C70DB468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39" name="Line 481">
                <a:extLst>
                  <a:ext uri="{FF2B5EF4-FFF2-40B4-BE49-F238E27FC236}">
                    <a16:creationId xmlns:a16="http://schemas.microsoft.com/office/drawing/2014/main" id="{B64AC473-D870-36B0-C081-92F20B704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40" name="Line 482">
                <a:extLst>
                  <a:ext uri="{FF2B5EF4-FFF2-40B4-BE49-F238E27FC236}">
                    <a16:creationId xmlns:a16="http://schemas.microsoft.com/office/drawing/2014/main" id="{C02D2685-9024-DEE0-D9BD-8201D21541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41" name="Line 483">
                <a:extLst>
                  <a:ext uri="{FF2B5EF4-FFF2-40B4-BE49-F238E27FC236}">
                    <a16:creationId xmlns:a16="http://schemas.microsoft.com/office/drawing/2014/main" id="{D6A3F7D3-8A12-C816-5154-58F03AE81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5B16311C-A093-BA12-DB85-E30E5A28FA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  <a:headEnd type="triangl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B2EF0C78-881E-2683-BF40-6D8BD3B252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060D6BAC-7839-9ADD-3B0D-58D00F2788AE}"/>
                </a:ext>
              </a:extLst>
            </p:cNvPr>
            <p:cNvGrpSpPr/>
            <p:nvPr/>
          </p:nvGrpSpPr>
          <p:grpSpPr>
            <a:xfrm rot="5400000">
              <a:off x="10406838" y="1838626"/>
              <a:ext cx="298977" cy="1620001"/>
              <a:chOff x="7453879" y="3360701"/>
              <a:chExt cx="298977" cy="1620001"/>
            </a:xfrm>
          </p:grpSpPr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B7B57876-008A-88C2-0086-F32E995C512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16200000">
                <a:off x="7333368" y="4021213"/>
                <a:ext cx="540000" cy="298977"/>
                <a:chOff x="2887363" y="5330087"/>
                <a:chExt cx="1799966" cy="996572"/>
              </a:xfrm>
            </p:grpSpPr>
            <p:sp>
              <p:nvSpPr>
                <p:cNvPr id="226" name="Arc 225">
                  <a:extLst>
                    <a:ext uri="{FF2B5EF4-FFF2-40B4-BE49-F238E27FC236}">
                      <a16:creationId xmlns:a16="http://schemas.microsoft.com/office/drawing/2014/main" id="{40774C6D-C524-264C-3E4F-46E504815BDB}"/>
                    </a:ext>
                  </a:extLst>
                </p:cNvPr>
                <p:cNvSpPr/>
                <p:nvPr/>
              </p:nvSpPr>
              <p:spPr>
                <a:xfrm>
                  <a:off x="3270422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27" name="Arc 226">
                  <a:extLst>
                    <a:ext uri="{FF2B5EF4-FFF2-40B4-BE49-F238E27FC236}">
                      <a16:creationId xmlns:a16="http://schemas.microsoft.com/office/drawing/2014/main" id="{CF412C62-6B21-6303-D21B-6EF847DAF354}"/>
                    </a:ext>
                  </a:extLst>
                </p:cNvPr>
                <p:cNvSpPr/>
                <p:nvPr/>
              </p:nvSpPr>
              <p:spPr>
                <a:xfrm>
                  <a:off x="3653481" y="5330087"/>
                  <a:ext cx="650789" cy="996572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28" name="Arc 227">
                  <a:extLst>
                    <a:ext uri="{FF2B5EF4-FFF2-40B4-BE49-F238E27FC236}">
                      <a16:creationId xmlns:a16="http://schemas.microsoft.com/office/drawing/2014/main" id="{5A9B78BC-7DDE-0500-3CEC-DE7AA059A2C8}"/>
                    </a:ext>
                  </a:extLst>
                </p:cNvPr>
                <p:cNvSpPr/>
                <p:nvPr/>
              </p:nvSpPr>
              <p:spPr>
                <a:xfrm>
                  <a:off x="4036540" y="5330087"/>
                  <a:ext cx="650789" cy="996572"/>
                </a:xfrm>
                <a:prstGeom prst="arc">
                  <a:avLst>
                    <a:gd name="adj1" fmla="val 10790216"/>
                    <a:gd name="adj2" fmla="val 21038836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29" name="Arc 228">
                  <a:extLst>
                    <a:ext uri="{FF2B5EF4-FFF2-40B4-BE49-F238E27FC236}">
                      <a16:creationId xmlns:a16="http://schemas.microsoft.com/office/drawing/2014/main" id="{CDF0949E-A4AB-C5F5-2550-E5F6FF928355}"/>
                    </a:ext>
                  </a:extLst>
                </p:cNvPr>
                <p:cNvSpPr/>
                <p:nvPr/>
              </p:nvSpPr>
              <p:spPr>
                <a:xfrm>
                  <a:off x="2887363" y="5330087"/>
                  <a:ext cx="650789" cy="996572"/>
                </a:xfrm>
                <a:prstGeom prst="arc">
                  <a:avLst>
                    <a:gd name="adj1" fmla="val 11355569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30" name="Arc 229">
                  <a:extLst>
                    <a:ext uri="{FF2B5EF4-FFF2-40B4-BE49-F238E27FC236}">
                      <a16:creationId xmlns:a16="http://schemas.microsoft.com/office/drawing/2014/main" id="{741FD8CB-0E4D-B8F7-7638-D79ED2D07390}"/>
                    </a:ext>
                  </a:extLst>
                </p:cNvPr>
                <p:cNvSpPr/>
                <p:nvPr/>
              </p:nvSpPr>
              <p:spPr>
                <a:xfrm rot="10800000">
                  <a:off x="3653481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31" name="Arc 230">
                  <a:extLst>
                    <a:ext uri="{FF2B5EF4-FFF2-40B4-BE49-F238E27FC236}">
                      <a16:creationId xmlns:a16="http://schemas.microsoft.com/office/drawing/2014/main" id="{24CF036D-B744-1703-C4C4-53C11E76BB88}"/>
                    </a:ext>
                  </a:extLst>
                </p:cNvPr>
                <p:cNvSpPr/>
                <p:nvPr/>
              </p:nvSpPr>
              <p:spPr>
                <a:xfrm rot="10800000">
                  <a:off x="4036130" y="5454662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sp>
              <p:nvSpPr>
                <p:cNvPr id="232" name="Arc 231">
                  <a:extLst>
                    <a:ext uri="{FF2B5EF4-FFF2-40B4-BE49-F238E27FC236}">
                      <a16:creationId xmlns:a16="http://schemas.microsoft.com/office/drawing/2014/main" id="{0DFDE719-EC2A-EBBC-1514-CC4881F72DE7}"/>
                    </a:ext>
                  </a:extLst>
                </p:cNvPr>
                <p:cNvSpPr/>
                <p:nvPr/>
              </p:nvSpPr>
              <p:spPr>
                <a:xfrm rot="10800000">
                  <a:off x="3270011" y="5454663"/>
                  <a:ext cx="268140" cy="747420"/>
                </a:xfrm>
                <a:prstGeom prst="arc">
                  <a:avLst>
                    <a:gd name="adj1" fmla="val 10790216"/>
                    <a:gd name="adj2" fmla="val 71171"/>
                  </a:avLst>
                </a:prstGeom>
                <a:ln w="25400"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</p:grp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0528D176-B7CC-AE92-B1CE-A1E08B4328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9383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3F8C94AF-8AE8-35CC-2688-C712D9C487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9917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88845BE5-7CF0-C0CE-202A-3A8F19C1D434}"/>
                </a:ext>
              </a:extLst>
            </p:cNvPr>
            <p:cNvGrpSpPr/>
            <p:nvPr/>
          </p:nvGrpSpPr>
          <p:grpSpPr>
            <a:xfrm rot="5400000">
              <a:off x="9111560" y="1820972"/>
              <a:ext cx="242888" cy="1620001"/>
              <a:chOff x="7860988" y="3360701"/>
              <a:chExt cx="242888" cy="1620001"/>
            </a:xfrm>
          </p:grpSpPr>
          <p:sp>
            <p:nvSpPr>
              <p:cNvPr id="212" name="Line 475">
                <a:extLst>
                  <a:ext uri="{FF2B5EF4-FFF2-40B4-BE49-F238E27FC236}">
                    <a16:creationId xmlns:a16="http://schemas.microsoft.com/office/drawing/2014/main" id="{CE95EDD1-B339-7347-62F8-400BD18096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2539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13" name="Line 476">
                <a:extLst>
                  <a:ext uri="{FF2B5EF4-FFF2-40B4-BE49-F238E27FC236}">
                    <a16:creationId xmlns:a16="http://schemas.microsoft.com/office/drawing/2014/main" id="{C664DAE7-FCC3-F0CE-0792-11A9EA3636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18724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14" name="Line 477">
                <a:extLst>
                  <a:ext uri="{FF2B5EF4-FFF2-40B4-BE49-F238E27FC236}">
                    <a16:creationId xmlns:a16="http://schemas.microsoft.com/office/drawing/2014/main" id="{FB5A20BF-DCAA-DD0E-F1CD-407015B8EB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7506" y="411897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15" name="Line 478">
                <a:extLst>
                  <a:ext uri="{FF2B5EF4-FFF2-40B4-BE49-F238E27FC236}">
                    <a16:creationId xmlns:a16="http://schemas.microsoft.com/office/drawing/2014/main" id="{9290CAEC-CBA4-A006-270D-4AA2678CAD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7506" y="404754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16" name="Line 479">
                <a:extLst>
                  <a:ext uri="{FF2B5EF4-FFF2-40B4-BE49-F238E27FC236}">
                    <a16:creationId xmlns:a16="http://schemas.microsoft.com/office/drawing/2014/main" id="{14B21EFC-D8C2-C880-AA56-32613BF64E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9776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17" name="Line 480">
                <a:extLst>
                  <a:ext uri="{FF2B5EF4-FFF2-40B4-BE49-F238E27FC236}">
                    <a16:creationId xmlns:a16="http://schemas.microsoft.com/office/drawing/2014/main" id="{FAA8164A-F76C-8869-0CF0-2EF43E2F9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49094" y="391101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18" name="Line 481">
                <a:extLst>
                  <a:ext uri="{FF2B5EF4-FFF2-40B4-BE49-F238E27FC236}">
                    <a16:creationId xmlns:a16="http://schemas.microsoft.com/office/drawing/2014/main" id="{5C88F563-BD2F-19CC-DA8F-25E841418C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7949094" y="38427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19" name="Line 482">
                <a:extLst>
                  <a:ext uri="{FF2B5EF4-FFF2-40B4-BE49-F238E27FC236}">
                    <a16:creationId xmlns:a16="http://schemas.microsoft.com/office/drawing/2014/main" id="{FCD27DDB-5945-7BFF-E793-9775A4F61F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7909410" y="3853870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220" name="Line 483">
                <a:extLst>
                  <a:ext uri="{FF2B5EF4-FFF2-40B4-BE49-F238E27FC236}">
                    <a16:creationId xmlns:a16="http://schemas.microsoft.com/office/drawing/2014/main" id="{88937D83-0596-8FCD-EE07-3F2EA5A469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H="1" flipV="1">
                <a:off x="8023579" y="4361994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10F65EF5-589D-C915-F6D7-2AC2458986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2829" y="3360701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  <a:headEnd type="triangl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06C9AE47-D169-7255-F618-E9F1629CE9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81637" y="4440702"/>
                <a:ext cx="0" cy="540000"/>
              </a:xfrm>
              <a:prstGeom prst="line">
                <a:avLst/>
              </a:prstGeom>
              <a:ln cap="rnd">
                <a:solidFill>
                  <a:srgbClr val="C00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57655332-AB47-CB6F-3A79-CE1E52E6B22B}"/>
                </a:ext>
              </a:extLst>
            </p:cNvPr>
            <p:cNvSpPr/>
            <p:nvPr/>
          </p:nvSpPr>
          <p:spPr>
            <a:xfrm>
              <a:off x="5447130" y="2575931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2A7E1C0E-BBEA-9ECD-9C0E-090E92C04BCE}"/>
                </a:ext>
              </a:extLst>
            </p:cNvPr>
            <p:cNvSpPr/>
            <p:nvPr/>
          </p:nvSpPr>
          <p:spPr>
            <a:xfrm>
              <a:off x="8380991" y="2575931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30832CA1-E27E-F5C7-FEDE-300BBB54712A}"/>
                </a:ext>
              </a:extLst>
            </p:cNvPr>
            <p:cNvSpPr/>
            <p:nvPr/>
          </p:nvSpPr>
          <p:spPr>
            <a:xfrm>
              <a:off x="11314553" y="2578587"/>
              <a:ext cx="94340" cy="94199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5" name="Oval 254">
            <a:extLst>
              <a:ext uri="{FF2B5EF4-FFF2-40B4-BE49-F238E27FC236}">
                <a16:creationId xmlns:a16="http://schemas.microsoft.com/office/drawing/2014/main" id="{93DA430D-565C-0A0D-8B9F-5B1F95DE80CC}"/>
              </a:ext>
            </a:extLst>
          </p:cNvPr>
          <p:cNvSpPr/>
          <p:nvPr/>
        </p:nvSpPr>
        <p:spPr>
          <a:xfrm>
            <a:off x="746519" y="1619730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61719C94-77C0-9BAB-687B-C77A8F622D9E}"/>
              </a:ext>
            </a:extLst>
          </p:cNvPr>
          <p:cNvSpPr/>
          <p:nvPr/>
        </p:nvSpPr>
        <p:spPr>
          <a:xfrm>
            <a:off x="3680380" y="1619730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213A2D45-DB3C-015B-1BE4-3CBC2858FC6A}"/>
              </a:ext>
            </a:extLst>
          </p:cNvPr>
          <p:cNvSpPr/>
          <p:nvPr/>
        </p:nvSpPr>
        <p:spPr>
          <a:xfrm>
            <a:off x="6614241" y="1621555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3E22E519-3E6A-0F91-3142-B595404220D0}"/>
              </a:ext>
            </a:extLst>
          </p:cNvPr>
          <p:cNvSpPr/>
          <p:nvPr/>
        </p:nvSpPr>
        <p:spPr>
          <a:xfrm>
            <a:off x="746519" y="2388066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54873C38-321E-FC44-AD4E-AEF027EC2306}"/>
              </a:ext>
            </a:extLst>
          </p:cNvPr>
          <p:cNvSpPr/>
          <p:nvPr/>
        </p:nvSpPr>
        <p:spPr>
          <a:xfrm>
            <a:off x="3680380" y="2388066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A4D0D0B7-FE0F-174F-CFFA-CBD7E24724FE}"/>
              </a:ext>
            </a:extLst>
          </p:cNvPr>
          <p:cNvSpPr/>
          <p:nvPr/>
        </p:nvSpPr>
        <p:spPr>
          <a:xfrm>
            <a:off x="6614241" y="2389891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92BC62F9-DC11-8EDA-EB91-0238D3AFB2D2}"/>
              </a:ext>
            </a:extLst>
          </p:cNvPr>
          <p:cNvSpPr/>
          <p:nvPr/>
        </p:nvSpPr>
        <p:spPr>
          <a:xfrm>
            <a:off x="746519" y="3231207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CD4EA3E7-5699-B4B4-3D7C-8AE65E765B79}"/>
              </a:ext>
            </a:extLst>
          </p:cNvPr>
          <p:cNvSpPr/>
          <p:nvPr/>
        </p:nvSpPr>
        <p:spPr>
          <a:xfrm>
            <a:off x="3680380" y="3231207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8F90AB14-EF41-A52A-0F8E-EBC31890111E}"/>
              </a:ext>
            </a:extLst>
          </p:cNvPr>
          <p:cNvSpPr/>
          <p:nvPr/>
        </p:nvSpPr>
        <p:spPr>
          <a:xfrm>
            <a:off x="6614241" y="3233032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A623F579-5BDF-B996-DBB1-E03C781CC3D6}"/>
                  </a:ext>
                </a:extLst>
              </p:cNvPr>
              <p:cNvSpPr txBox="1"/>
              <p:nvPr/>
            </p:nvSpPr>
            <p:spPr>
              <a:xfrm>
                <a:off x="4697353" y="4510123"/>
                <a:ext cx="7034170" cy="21808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  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9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>
                                <m: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/>
                              <m:e/>
                              <m:e>
                                <m: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/>
                              <m:e/>
                              <m:e>
                                <m: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>
                                <m: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/>
                              <m:e/>
                              <m:e>
                                <m: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>
                                <m: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/>
                              <m:e/>
                              <m:e>
                                <m: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/>
                              <m:e/>
                              <m:e>
                                <m: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A623F579-5BDF-B996-DBB1-E03C781CC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353" y="4510123"/>
                <a:ext cx="7034170" cy="2180853"/>
              </a:xfrm>
              <a:prstGeom prst="rect">
                <a:avLst/>
              </a:prstGeom>
              <a:blipFill>
                <a:blip r:embed="rId2"/>
                <a:stretch>
                  <a:fillRect b="-11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2" name="Oval 271">
            <a:extLst>
              <a:ext uri="{FF2B5EF4-FFF2-40B4-BE49-F238E27FC236}">
                <a16:creationId xmlns:a16="http://schemas.microsoft.com/office/drawing/2014/main" id="{D77007AD-8CC7-E204-1729-5C3275E3E5B6}"/>
              </a:ext>
            </a:extLst>
          </p:cNvPr>
          <p:cNvSpPr/>
          <p:nvPr/>
        </p:nvSpPr>
        <p:spPr>
          <a:xfrm>
            <a:off x="5867042" y="4237557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33A63121-45DE-C69E-0DDE-5C05D74BB748}"/>
              </a:ext>
            </a:extLst>
          </p:cNvPr>
          <p:cNvSpPr/>
          <p:nvPr/>
        </p:nvSpPr>
        <p:spPr>
          <a:xfrm>
            <a:off x="6566772" y="4237557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B7FAFD7E-21CA-3728-7472-781903EED3F4}"/>
              </a:ext>
            </a:extLst>
          </p:cNvPr>
          <p:cNvSpPr/>
          <p:nvPr/>
        </p:nvSpPr>
        <p:spPr>
          <a:xfrm>
            <a:off x="7266502" y="4237557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E37C8F2F-C29B-5AD7-84D4-EF1862B575A1}"/>
              </a:ext>
            </a:extLst>
          </p:cNvPr>
          <p:cNvSpPr/>
          <p:nvPr/>
        </p:nvSpPr>
        <p:spPr>
          <a:xfrm>
            <a:off x="7966232" y="4236459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503530EE-56BF-7A9B-9873-04874BAE20C5}"/>
              </a:ext>
            </a:extLst>
          </p:cNvPr>
          <p:cNvSpPr/>
          <p:nvPr/>
        </p:nvSpPr>
        <p:spPr>
          <a:xfrm>
            <a:off x="8665962" y="4236459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8D2FE3BF-CDD3-63D7-E447-2415FE76BD91}"/>
              </a:ext>
            </a:extLst>
          </p:cNvPr>
          <p:cNvSpPr/>
          <p:nvPr/>
        </p:nvSpPr>
        <p:spPr>
          <a:xfrm>
            <a:off x="9365692" y="4236459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D4997319-98A4-871E-FF1B-52D9ED1098B5}"/>
              </a:ext>
            </a:extLst>
          </p:cNvPr>
          <p:cNvSpPr/>
          <p:nvPr/>
        </p:nvSpPr>
        <p:spPr>
          <a:xfrm>
            <a:off x="10008132" y="4235996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F6F73D5F-C46C-8B4A-3A34-E6FD955FFB6C}"/>
              </a:ext>
            </a:extLst>
          </p:cNvPr>
          <p:cNvSpPr/>
          <p:nvPr/>
        </p:nvSpPr>
        <p:spPr>
          <a:xfrm>
            <a:off x="10586838" y="4235996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73F40332-EE87-03D1-8BD8-5C3CDD8967CF}"/>
              </a:ext>
            </a:extLst>
          </p:cNvPr>
          <p:cNvSpPr/>
          <p:nvPr/>
        </p:nvSpPr>
        <p:spPr>
          <a:xfrm>
            <a:off x="11172264" y="4235996"/>
            <a:ext cx="277702" cy="27672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9</a:t>
            </a:r>
          </a:p>
        </p:txBody>
      </p:sp>
      <p:sp>
        <p:nvSpPr>
          <p:cNvPr id="281" name="Oval 280">
            <a:extLst>
              <a:ext uri="{FF2B5EF4-FFF2-40B4-BE49-F238E27FC236}">
                <a16:creationId xmlns:a16="http://schemas.microsoft.com/office/drawing/2014/main" id="{5F9AF4AD-20DA-4C7F-10F1-1D78F9536275}"/>
              </a:ext>
            </a:extLst>
          </p:cNvPr>
          <p:cNvSpPr/>
          <p:nvPr/>
        </p:nvSpPr>
        <p:spPr>
          <a:xfrm>
            <a:off x="5408863" y="4587965"/>
            <a:ext cx="277702" cy="27672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88D06173-2F59-3C4B-CE38-CC02F520F197}"/>
              </a:ext>
            </a:extLst>
          </p:cNvPr>
          <p:cNvSpPr/>
          <p:nvPr/>
        </p:nvSpPr>
        <p:spPr>
          <a:xfrm>
            <a:off x="5408863" y="4949832"/>
            <a:ext cx="277702" cy="27672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283" name="Oval 282">
            <a:extLst>
              <a:ext uri="{FF2B5EF4-FFF2-40B4-BE49-F238E27FC236}">
                <a16:creationId xmlns:a16="http://schemas.microsoft.com/office/drawing/2014/main" id="{0AEE15E4-2759-E622-7D87-3FE2EBF15FE4}"/>
              </a:ext>
            </a:extLst>
          </p:cNvPr>
          <p:cNvSpPr/>
          <p:nvPr/>
        </p:nvSpPr>
        <p:spPr>
          <a:xfrm>
            <a:off x="5408863" y="5311699"/>
            <a:ext cx="277702" cy="27672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52369814-A64F-7903-EB7B-BF8A2E701688}"/>
              </a:ext>
            </a:extLst>
          </p:cNvPr>
          <p:cNvSpPr/>
          <p:nvPr/>
        </p:nvSpPr>
        <p:spPr>
          <a:xfrm>
            <a:off x="5408863" y="5654467"/>
            <a:ext cx="277702" cy="27672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285" name="Oval 284">
            <a:extLst>
              <a:ext uri="{FF2B5EF4-FFF2-40B4-BE49-F238E27FC236}">
                <a16:creationId xmlns:a16="http://schemas.microsoft.com/office/drawing/2014/main" id="{61930603-91E3-2938-D554-46EE63EFEF5F}"/>
              </a:ext>
            </a:extLst>
          </p:cNvPr>
          <p:cNvSpPr/>
          <p:nvPr/>
        </p:nvSpPr>
        <p:spPr>
          <a:xfrm>
            <a:off x="5408863" y="5997235"/>
            <a:ext cx="277702" cy="27672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</a:t>
            </a:r>
          </a:p>
        </p:txBody>
      </p:sp>
      <p:sp>
        <p:nvSpPr>
          <p:cNvPr id="286" name="Oval 285">
            <a:extLst>
              <a:ext uri="{FF2B5EF4-FFF2-40B4-BE49-F238E27FC236}">
                <a16:creationId xmlns:a16="http://schemas.microsoft.com/office/drawing/2014/main" id="{2C945CB1-714D-BC34-08DC-A1008D47BB4E}"/>
              </a:ext>
            </a:extLst>
          </p:cNvPr>
          <p:cNvSpPr/>
          <p:nvPr/>
        </p:nvSpPr>
        <p:spPr>
          <a:xfrm>
            <a:off x="5408863" y="6340003"/>
            <a:ext cx="277702" cy="27672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DBF0D90-9CC1-66FF-84B0-8A8D10751ADA}"/>
              </a:ext>
            </a:extLst>
          </p:cNvPr>
          <p:cNvGrpSpPr/>
          <p:nvPr/>
        </p:nvGrpSpPr>
        <p:grpSpPr>
          <a:xfrm>
            <a:off x="838200" y="4961870"/>
            <a:ext cx="1218260" cy="946438"/>
            <a:chOff x="838200" y="4961870"/>
            <a:chExt cx="1218260" cy="946438"/>
          </a:xfrm>
        </p:grpSpPr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9AFDF0A3-2B70-552C-9161-837879496A6D}"/>
                </a:ext>
              </a:extLst>
            </p:cNvPr>
            <p:cNvSpPr txBox="1"/>
            <p:nvPr/>
          </p:nvSpPr>
          <p:spPr>
            <a:xfrm>
              <a:off x="838200" y="4961870"/>
              <a:ext cx="7149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KCL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3FEB73DA-3398-20B4-B9FF-0B355D12D650}"/>
                    </a:ext>
                  </a:extLst>
                </p:cNvPr>
                <p:cNvSpPr txBox="1"/>
                <p:nvPr/>
              </p:nvSpPr>
              <p:spPr>
                <a:xfrm>
                  <a:off x="885370" y="5532436"/>
                  <a:ext cx="1171090" cy="37587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it-IT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4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p>
                            <m:r>
                              <a:rPr lang="it-IT" sz="24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it-IT" sz="24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it-IT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  <m:sub>
                            <m:r>
                              <a:rPr lang="it-IT" sz="2400" b="1" i="1" smtClean="0">
                                <a:latin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3FEB73DA-3398-20B4-B9FF-0B355D12D6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5370" y="5532436"/>
                  <a:ext cx="1171090" cy="375872"/>
                </a:xfrm>
                <a:prstGeom prst="rect">
                  <a:avLst/>
                </a:prstGeom>
                <a:blipFill>
                  <a:blip r:embed="rId3"/>
                  <a:stretch>
                    <a:fillRect l="-5376" t="-3226" r="-1075" b="-9677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D58C8C6A-BB16-CE50-66D6-99C7F7D8C543}"/>
                  </a:ext>
                </a:extLst>
              </p:cNvPr>
              <p:cNvSpPr txBox="1"/>
              <p:nvPr/>
            </p:nvSpPr>
            <p:spPr>
              <a:xfrm>
                <a:off x="8665962" y="1944022"/>
                <a:ext cx="10210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it-IT" sz="2400" b="0" dirty="0"/>
              </a:p>
            </p:txBody>
          </p:sp>
        </mc:Choice>
        <mc:Fallback xmlns="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D58C8C6A-BB16-CE50-66D6-99C7F7D8C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5962" y="1944022"/>
                <a:ext cx="1021049" cy="369332"/>
              </a:xfrm>
              <a:prstGeom prst="rect">
                <a:avLst/>
              </a:prstGeom>
              <a:blipFill>
                <a:blip r:embed="rId4"/>
                <a:stretch>
                  <a:fillRect l="-7407" r="-6173" b="-137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DE6A5A22-6CE5-E1EE-6035-FCF3E4697074}"/>
                  </a:ext>
                </a:extLst>
              </p:cNvPr>
              <p:cNvSpPr txBox="1"/>
              <p:nvPr/>
            </p:nvSpPr>
            <p:spPr>
              <a:xfrm>
                <a:off x="8665961" y="2388066"/>
                <a:ext cx="99892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it-IT" sz="2400" b="0" dirty="0"/>
              </a:p>
            </p:txBody>
          </p:sp>
        </mc:Choice>
        <mc:Fallback xmlns=""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DE6A5A22-6CE5-E1EE-6035-FCF3E4697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5961" y="2388066"/>
                <a:ext cx="998927" cy="369332"/>
              </a:xfrm>
              <a:prstGeom prst="rect">
                <a:avLst/>
              </a:prstGeom>
              <a:blipFill>
                <a:blip r:embed="rId5"/>
                <a:stretch>
                  <a:fillRect l="-7595" r="-7595" b="-1379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DC2BE8-268D-9A2E-B1AD-5BF0D50B57B2}"/>
                  </a:ext>
                </a:extLst>
              </p:cNvPr>
              <p:cNvSpPr txBox="1"/>
              <p:nvPr/>
            </p:nvSpPr>
            <p:spPr>
              <a:xfrm>
                <a:off x="2231326" y="2091615"/>
                <a:ext cx="295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it-IT" sz="24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DC2BE8-268D-9A2E-B1AD-5BF0D50B5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326" y="2091615"/>
                <a:ext cx="295786" cy="369332"/>
              </a:xfrm>
              <a:prstGeom prst="rect">
                <a:avLst/>
              </a:prstGeom>
              <a:blipFill>
                <a:blip r:embed="rId6"/>
                <a:stretch>
                  <a:fillRect l="-24000" r="-8000" b="-1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FC1495C-407F-7643-CB30-C893B1FE6677}"/>
                  </a:ext>
                </a:extLst>
              </p:cNvPr>
              <p:cNvSpPr txBox="1"/>
              <p:nvPr/>
            </p:nvSpPr>
            <p:spPr>
              <a:xfrm>
                <a:off x="2231326" y="2842894"/>
                <a:ext cx="3029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it-IT" sz="24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FC1495C-407F-7643-CB30-C893B1FE6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326" y="2842894"/>
                <a:ext cx="302903" cy="369332"/>
              </a:xfrm>
              <a:prstGeom prst="rect">
                <a:avLst/>
              </a:prstGeom>
              <a:blipFill>
                <a:blip r:embed="rId7"/>
                <a:stretch>
                  <a:fillRect l="-24000" r="-8000" b="-1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B446FA1-7C49-80F9-3C83-C830EAE7D6B8}"/>
                  </a:ext>
                </a:extLst>
              </p:cNvPr>
              <p:cNvSpPr txBox="1"/>
              <p:nvPr/>
            </p:nvSpPr>
            <p:spPr>
              <a:xfrm>
                <a:off x="2238443" y="3694775"/>
                <a:ext cx="3029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it-IT" sz="24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B446FA1-7C49-80F9-3C83-C830EAE7D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443" y="3694775"/>
                <a:ext cx="302903" cy="369332"/>
              </a:xfrm>
              <a:prstGeom prst="rect">
                <a:avLst/>
              </a:prstGeom>
              <a:blipFill>
                <a:blip r:embed="rId8"/>
                <a:stretch>
                  <a:fillRect l="-24000" r="-8000" b="-967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77D6160-5C8D-312A-BEA4-1ECF52942971}"/>
                  </a:ext>
                </a:extLst>
              </p:cNvPr>
              <p:cNvSpPr txBox="1"/>
              <p:nvPr/>
            </p:nvSpPr>
            <p:spPr>
              <a:xfrm>
                <a:off x="5232675" y="2091615"/>
                <a:ext cx="3029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it-IT" sz="24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77D6160-5C8D-312A-BEA4-1ECF52942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675" y="2091615"/>
                <a:ext cx="302903" cy="369332"/>
              </a:xfrm>
              <a:prstGeom prst="rect">
                <a:avLst/>
              </a:prstGeom>
              <a:blipFill>
                <a:blip r:embed="rId9"/>
                <a:stretch>
                  <a:fillRect l="-20000" r="-12000" b="-1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A9FB5C3-3F18-690C-1CE0-F73386D4CCA5}"/>
                  </a:ext>
                </a:extLst>
              </p:cNvPr>
              <p:cNvSpPr txBox="1"/>
              <p:nvPr/>
            </p:nvSpPr>
            <p:spPr>
              <a:xfrm>
                <a:off x="5232675" y="2842894"/>
                <a:ext cx="3029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it-IT" sz="24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A9FB5C3-3F18-690C-1CE0-F73386D4C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675" y="2842894"/>
                <a:ext cx="302903" cy="369332"/>
              </a:xfrm>
              <a:prstGeom prst="rect">
                <a:avLst/>
              </a:prstGeom>
              <a:blipFill>
                <a:blip r:embed="rId10"/>
                <a:stretch>
                  <a:fillRect l="-20000" r="-12000" b="-1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E2930F7-E960-D9C2-678D-B0D25D89F083}"/>
                  </a:ext>
                </a:extLst>
              </p:cNvPr>
              <p:cNvSpPr txBox="1"/>
              <p:nvPr/>
            </p:nvSpPr>
            <p:spPr>
              <a:xfrm>
                <a:off x="5239792" y="3694775"/>
                <a:ext cx="3029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it-IT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it-IT" sz="24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E2930F7-E960-D9C2-678D-B0D25D89F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792" y="3694775"/>
                <a:ext cx="302903" cy="369332"/>
              </a:xfrm>
              <a:prstGeom prst="rect">
                <a:avLst/>
              </a:prstGeom>
              <a:blipFill>
                <a:blip r:embed="rId11"/>
                <a:stretch>
                  <a:fillRect l="-20000" r="-8000" b="-967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DE3E2B67-8769-E5C3-C28F-922D47707140}"/>
              </a:ext>
            </a:extLst>
          </p:cNvPr>
          <p:cNvGrpSpPr/>
          <p:nvPr/>
        </p:nvGrpSpPr>
        <p:grpSpPr>
          <a:xfrm>
            <a:off x="147484" y="1030545"/>
            <a:ext cx="7404608" cy="2416504"/>
            <a:chOff x="147484" y="1030545"/>
            <a:chExt cx="7404608" cy="2416504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3CF3619-7235-3C2C-9C90-2C7C60186BA9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147484" y="1356852"/>
              <a:ext cx="704532" cy="615752"/>
            </a:xfrm>
            <a:prstGeom prst="straightConnector1">
              <a:avLst/>
            </a:prstGeom>
            <a:ln cap="rnd">
              <a:solidFill>
                <a:schemeClr val="tx1"/>
              </a:solidFill>
              <a:round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B8026F8B-9195-F8D5-C9AB-B6BD707C38C4}"/>
                </a:ext>
              </a:extLst>
            </p:cNvPr>
            <p:cNvCxnSpPr>
              <a:cxnSpLocks/>
              <a:stCxn id="111" idx="5"/>
            </p:cNvCxnSpPr>
            <p:nvPr/>
          </p:nvCxnSpPr>
          <p:spPr>
            <a:xfrm>
              <a:off x="6786147" y="2831755"/>
              <a:ext cx="686529" cy="615294"/>
            </a:xfrm>
            <a:prstGeom prst="straightConnector1">
              <a:avLst/>
            </a:prstGeom>
            <a:ln cap="rnd">
              <a:solidFill>
                <a:schemeClr val="tx1"/>
              </a:solidFill>
              <a:round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9C2C4FAA-784E-65F6-B64B-78A2F23FF7D3}"/>
                    </a:ext>
                  </a:extLst>
                </p:cNvPr>
                <p:cNvSpPr txBox="1"/>
                <p:nvPr/>
              </p:nvSpPr>
              <p:spPr>
                <a:xfrm>
                  <a:off x="217114" y="1030545"/>
                  <a:ext cx="28668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9C2C4FAA-784E-65F6-B64B-78A2F23FF7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114" y="1030545"/>
                  <a:ext cx="286682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26087" r="-4348" b="-6667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7785535-B076-5E97-0C41-AB231ACCE519}"/>
                    </a:ext>
                  </a:extLst>
                </p:cNvPr>
                <p:cNvSpPr txBox="1"/>
                <p:nvPr/>
              </p:nvSpPr>
              <p:spPr>
                <a:xfrm>
                  <a:off x="7265410" y="2909925"/>
                  <a:ext cx="28668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7785535-B076-5E97-0C41-AB231ACCE5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5410" y="2909925"/>
                  <a:ext cx="286682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26087" r="-4348" b="-6452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9" name="Footer Placeholder 58">
            <a:extLst>
              <a:ext uri="{FF2B5EF4-FFF2-40B4-BE49-F238E27FC236}">
                <a16:creationId xmlns:a16="http://schemas.microsoft.com/office/drawing/2014/main" id="{5677F754-8A9A-E2C7-4028-AD5907B89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16823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2D186-0ED1-7D09-590C-8E949D843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(Quasi) final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BF481-1AFA-78BE-D130-59950816F1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𝝋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p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b="1" i="1">
                                    <a:latin typeface="Cambria Math" panose="02040503050406030204" pitchFamily="18" charset="0"/>
                                  </a:rPr>
                                  <m:t>𝝋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𝑴</m:t>
                      </m:r>
                      <m:acc>
                        <m:accPr>
                          <m:chr m:val="̇"/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b="1" i="1" dirty="0" smtClean="0">
                          <a:latin typeface="Cambria Math" panose="02040503050406030204" pitchFamily="18" charset="0"/>
                        </a:rPr>
                        <m:t>𝑲𝒙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1" i="1" dirty="0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DAE equation: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is singular!</a:t>
                </a:r>
              </a:p>
              <a:p>
                <a:r>
                  <a:rPr lang="en-US" dirty="0"/>
                  <a:t>Nonlinear: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it-IT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it-IT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Dense: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𝑳</m:t>
                    </m:r>
                  </m:oMath>
                </a14:m>
                <a:r>
                  <a:rPr lang="en-US" dirty="0"/>
                  <a:t> is full</a:t>
                </a:r>
                <a:r>
                  <a:rPr lang="en-US" dirty="0">
                    <a:sym typeface="Wingdings" pitchFamily="2" charset="2"/>
                  </a:rPr>
                  <a:t> (memory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𝑂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𝑁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𝐸</m:t>
                            </m:r>
                          </m:sub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, solution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  <a:sym typeface="Wingdings" pitchFamily="2" charset="2"/>
                      </a:rPr>
                      <m:t>𝑂</m:t>
                    </m:r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it-IT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𝑁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𝐸</m:t>
                            </m:r>
                          </m:sub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3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In AC: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𝝎</m:t>
                        </m:r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</m:d>
                    <m:bar>
                      <m:barPr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bar>
                    <m:r>
                      <a:rPr lang="it-IT" i="1" dirty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ba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BF481-1AFA-78BE-D130-59950816F1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9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FC0837-678E-4C03-4C9F-39620C77B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679100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A6E94-DCFA-C363-7B6C-68A2FBF2E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Transverse </a:t>
            </a:r>
            <a:r>
              <a:rPr lang="en-US" dirty="0" err="1"/>
              <a:t>conductances</a:t>
            </a:r>
            <a:endParaRPr lang="en-US" dirty="0"/>
          </a:p>
        </p:txBody>
      </p:sp>
      <p:pic>
        <p:nvPicPr>
          <p:cNvPr id="4" name="Content Placeholder 4" descr="A drawing of a circular object with a black circle&#10;&#10;AI-generated content may be incorrect.">
            <a:extLst>
              <a:ext uri="{FF2B5EF4-FFF2-40B4-BE49-F238E27FC236}">
                <a16:creationId xmlns:a16="http://schemas.microsoft.com/office/drawing/2014/main" id="{A7B7F818-2C31-DF04-E8C7-F04FDC6DC2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17" t="14674" r="53562" b="6489"/>
          <a:stretch/>
        </p:blipFill>
        <p:spPr>
          <a:xfrm>
            <a:off x="585788" y="1935621"/>
            <a:ext cx="4157662" cy="4131345"/>
          </a:xfrm>
          <a:prstGeom prst="rect">
            <a:avLst/>
          </a:prstGeom>
        </p:spPr>
      </p:pic>
      <p:grpSp>
        <p:nvGrpSpPr>
          <p:cNvPr id="601" name="Group 600">
            <a:extLst>
              <a:ext uri="{FF2B5EF4-FFF2-40B4-BE49-F238E27FC236}">
                <a16:creationId xmlns:a16="http://schemas.microsoft.com/office/drawing/2014/main" id="{9B9FBA51-C298-5C00-B967-8625B29FA385}"/>
              </a:ext>
            </a:extLst>
          </p:cNvPr>
          <p:cNvGrpSpPr/>
          <p:nvPr/>
        </p:nvGrpSpPr>
        <p:grpSpPr>
          <a:xfrm>
            <a:off x="1222744" y="2491991"/>
            <a:ext cx="10131056" cy="3015674"/>
            <a:chOff x="1222744" y="2491991"/>
            <a:chExt cx="10131056" cy="3015674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1EA5E71-3B7E-3054-45B1-4E4C96888876}"/>
                </a:ext>
              </a:extLst>
            </p:cNvPr>
            <p:cNvSpPr/>
            <p:nvPr/>
          </p:nvSpPr>
          <p:spPr>
            <a:xfrm>
              <a:off x="2431701" y="2491991"/>
              <a:ext cx="693336" cy="512466"/>
            </a:xfrm>
            <a:custGeom>
              <a:avLst/>
              <a:gdLst>
                <a:gd name="connsiteX0" fmla="*/ 10048 w 693336"/>
                <a:gd name="connsiteY0" fmla="*/ 0 h 512466"/>
                <a:gd name="connsiteX1" fmla="*/ 0 w 693336"/>
                <a:gd name="connsiteY1" fmla="*/ 452176 h 512466"/>
                <a:gd name="connsiteX2" fmla="*/ 663191 w 693336"/>
                <a:gd name="connsiteY2" fmla="*/ 512466 h 512466"/>
                <a:gd name="connsiteX3" fmla="*/ 693336 w 693336"/>
                <a:gd name="connsiteY3" fmla="*/ 80387 h 512466"/>
                <a:gd name="connsiteX4" fmla="*/ 60290 w 693336"/>
                <a:gd name="connsiteY4" fmla="*/ 20097 h 512466"/>
                <a:gd name="connsiteX5" fmla="*/ 10048 w 693336"/>
                <a:gd name="connsiteY5" fmla="*/ 0 h 512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3336" h="512466">
                  <a:moveTo>
                    <a:pt x="10048" y="0"/>
                  </a:moveTo>
                  <a:lnTo>
                    <a:pt x="0" y="452176"/>
                  </a:lnTo>
                  <a:lnTo>
                    <a:pt x="663191" y="512466"/>
                  </a:lnTo>
                  <a:lnTo>
                    <a:pt x="693336" y="80387"/>
                  </a:lnTo>
                  <a:lnTo>
                    <a:pt x="60290" y="20097"/>
                  </a:lnTo>
                  <a:lnTo>
                    <a:pt x="10048" y="0"/>
                  </a:lnTo>
                  <a:close/>
                </a:path>
              </a:pathLst>
            </a:custGeom>
            <a:solidFill>
              <a:srgbClr val="C00000">
                <a:alpha val="50000"/>
              </a:srgbClr>
            </a:solidFill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AA0F5E0-B63E-D458-8E13-DEFE00EB36DB}"/>
                </a:ext>
              </a:extLst>
            </p:cNvPr>
            <p:cNvSpPr/>
            <p:nvPr/>
          </p:nvSpPr>
          <p:spPr>
            <a:xfrm>
              <a:off x="1259958" y="2892056"/>
              <a:ext cx="754912" cy="813391"/>
            </a:xfrm>
            <a:custGeom>
              <a:avLst/>
              <a:gdLst>
                <a:gd name="connsiteX0" fmla="*/ 0 w 754912"/>
                <a:gd name="connsiteY0" fmla="*/ 547577 h 813391"/>
                <a:gd name="connsiteX1" fmla="*/ 366823 w 754912"/>
                <a:gd name="connsiteY1" fmla="*/ 813391 h 813391"/>
                <a:gd name="connsiteX2" fmla="*/ 754912 w 754912"/>
                <a:gd name="connsiteY2" fmla="*/ 255181 h 813391"/>
                <a:gd name="connsiteX3" fmla="*/ 398721 w 754912"/>
                <a:gd name="connsiteY3" fmla="*/ 0 h 813391"/>
                <a:gd name="connsiteX4" fmla="*/ 0 w 754912"/>
                <a:gd name="connsiteY4" fmla="*/ 547577 h 813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4912" h="813391">
                  <a:moveTo>
                    <a:pt x="0" y="547577"/>
                  </a:moveTo>
                  <a:lnTo>
                    <a:pt x="366823" y="813391"/>
                  </a:lnTo>
                  <a:lnTo>
                    <a:pt x="754912" y="255181"/>
                  </a:lnTo>
                  <a:lnTo>
                    <a:pt x="398721" y="0"/>
                  </a:lnTo>
                  <a:lnTo>
                    <a:pt x="0" y="547577"/>
                  </a:lnTo>
                  <a:close/>
                </a:path>
              </a:pathLst>
            </a:custGeom>
            <a:solidFill>
              <a:srgbClr val="C00000">
                <a:alpha val="20000"/>
              </a:srgbClr>
            </a:solidFill>
            <a:ln w="25400">
              <a:solidFill>
                <a:srgbClr val="C00000">
                  <a:alpha val="2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E8325A8-9A81-11C2-3922-A4AB68220B3F}"/>
                </a:ext>
              </a:extLst>
            </p:cNvPr>
            <p:cNvSpPr/>
            <p:nvPr/>
          </p:nvSpPr>
          <p:spPr>
            <a:xfrm>
              <a:off x="1222744" y="4205177"/>
              <a:ext cx="680484" cy="765544"/>
            </a:xfrm>
            <a:custGeom>
              <a:avLst/>
              <a:gdLst>
                <a:gd name="connsiteX0" fmla="*/ 0 w 680484"/>
                <a:gd name="connsiteY0" fmla="*/ 180753 h 765544"/>
                <a:gd name="connsiteX1" fmla="*/ 276447 w 680484"/>
                <a:gd name="connsiteY1" fmla="*/ 765544 h 765544"/>
                <a:gd name="connsiteX2" fmla="*/ 680484 w 680484"/>
                <a:gd name="connsiteY2" fmla="*/ 574158 h 765544"/>
                <a:gd name="connsiteX3" fmla="*/ 398721 w 680484"/>
                <a:gd name="connsiteY3" fmla="*/ 0 h 765544"/>
                <a:gd name="connsiteX4" fmla="*/ 0 w 680484"/>
                <a:gd name="connsiteY4" fmla="*/ 180753 h 765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0484" h="765544">
                  <a:moveTo>
                    <a:pt x="0" y="180753"/>
                  </a:moveTo>
                  <a:lnTo>
                    <a:pt x="276447" y="765544"/>
                  </a:lnTo>
                  <a:lnTo>
                    <a:pt x="680484" y="574158"/>
                  </a:lnTo>
                  <a:lnTo>
                    <a:pt x="398721" y="0"/>
                  </a:lnTo>
                  <a:lnTo>
                    <a:pt x="0" y="180753"/>
                  </a:lnTo>
                  <a:close/>
                </a:path>
              </a:pathLst>
            </a:custGeom>
            <a:solidFill>
              <a:srgbClr val="C00000">
                <a:alpha val="20000"/>
              </a:srgbClr>
            </a:solidFill>
            <a:ln w="25400">
              <a:solidFill>
                <a:srgbClr val="C00000">
                  <a:alpha val="2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BDF665E-7B52-6219-4845-73016548F319}"/>
                </a:ext>
              </a:extLst>
            </p:cNvPr>
            <p:cNvSpPr/>
            <p:nvPr/>
          </p:nvSpPr>
          <p:spPr>
            <a:xfrm>
              <a:off x="3466214" y="3083442"/>
              <a:ext cx="659219" cy="754911"/>
            </a:xfrm>
            <a:custGeom>
              <a:avLst/>
              <a:gdLst>
                <a:gd name="connsiteX0" fmla="*/ 0 w 659219"/>
                <a:gd name="connsiteY0" fmla="*/ 196702 h 754911"/>
                <a:gd name="connsiteX1" fmla="*/ 265814 w 659219"/>
                <a:gd name="connsiteY1" fmla="*/ 754911 h 754911"/>
                <a:gd name="connsiteX2" fmla="*/ 659219 w 659219"/>
                <a:gd name="connsiteY2" fmla="*/ 563525 h 754911"/>
                <a:gd name="connsiteX3" fmla="*/ 404037 w 659219"/>
                <a:gd name="connsiteY3" fmla="*/ 0 h 754911"/>
                <a:gd name="connsiteX4" fmla="*/ 0 w 659219"/>
                <a:gd name="connsiteY4" fmla="*/ 196702 h 75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219" h="754911">
                  <a:moveTo>
                    <a:pt x="0" y="196702"/>
                  </a:moveTo>
                  <a:lnTo>
                    <a:pt x="265814" y="754911"/>
                  </a:lnTo>
                  <a:lnTo>
                    <a:pt x="659219" y="563525"/>
                  </a:lnTo>
                  <a:lnTo>
                    <a:pt x="404037" y="0"/>
                  </a:lnTo>
                  <a:lnTo>
                    <a:pt x="0" y="196702"/>
                  </a:lnTo>
                  <a:close/>
                </a:path>
              </a:pathLst>
            </a:custGeom>
            <a:solidFill>
              <a:srgbClr val="C00000">
                <a:alpha val="20000"/>
              </a:srgbClr>
            </a:solidFill>
            <a:ln w="25400">
              <a:solidFill>
                <a:srgbClr val="C00000">
                  <a:alpha val="2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D22CB5F-2266-51CE-E070-AEDE96694406}"/>
                </a:ext>
              </a:extLst>
            </p:cNvPr>
            <p:cNvSpPr/>
            <p:nvPr/>
          </p:nvSpPr>
          <p:spPr>
            <a:xfrm>
              <a:off x="3333307" y="4375298"/>
              <a:ext cx="696433" cy="760228"/>
            </a:xfrm>
            <a:custGeom>
              <a:avLst/>
              <a:gdLst>
                <a:gd name="connsiteX0" fmla="*/ 0 w 696433"/>
                <a:gd name="connsiteY0" fmla="*/ 526311 h 760228"/>
                <a:gd name="connsiteX1" fmla="*/ 361507 w 696433"/>
                <a:gd name="connsiteY1" fmla="*/ 0 h 760228"/>
                <a:gd name="connsiteX2" fmla="*/ 696433 w 696433"/>
                <a:gd name="connsiteY2" fmla="*/ 271130 h 760228"/>
                <a:gd name="connsiteX3" fmla="*/ 350874 w 696433"/>
                <a:gd name="connsiteY3" fmla="*/ 760228 h 760228"/>
                <a:gd name="connsiteX4" fmla="*/ 0 w 696433"/>
                <a:gd name="connsiteY4" fmla="*/ 526311 h 760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433" h="760228">
                  <a:moveTo>
                    <a:pt x="0" y="526311"/>
                  </a:moveTo>
                  <a:lnTo>
                    <a:pt x="361507" y="0"/>
                  </a:lnTo>
                  <a:lnTo>
                    <a:pt x="696433" y="271130"/>
                  </a:lnTo>
                  <a:lnTo>
                    <a:pt x="350874" y="760228"/>
                  </a:lnTo>
                  <a:lnTo>
                    <a:pt x="0" y="526311"/>
                  </a:lnTo>
                  <a:close/>
                </a:path>
              </a:pathLst>
            </a:custGeom>
            <a:solidFill>
              <a:srgbClr val="C00000">
                <a:alpha val="20000"/>
              </a:srgbClr>
            </a:solidFill>
            <a:ln w="25400">
              <a:solidFill>
                <a:srgbClr val="C00000">
                  <a:alpha val="2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B1F04EA-FE8D-0A23-F8F9-F03C50E57715}"/>
                </a:ext>
              </a:extLst>
            </p:cNvPr>
            <p:cNvSpPr/>
            <p:nvPr/>
          </p:nvSpPr>
          <p:spPr>
            <a:xfrm>
              <a:off x="2243470" y="5029200"/>
              <a:ext cx="669851" cy="478465"/>
            </a:xfrm>
            <a:custGeom>
              <a:avLst/>
              <a:gdLst>
                <a:gd name="connsiteX0" fmla="*/ 0 w 669851"/>
                <a:gd name="connsiteY0" fmla="*/ 419986 h 478465"/>
                <a:gd name="connsiteX1" fmla="*/ 648586 w 669851"/>
                <a:gd name="connsiteY1" fmla="*/ 478465 h 478465"/>
                <a:gd name="connsiteX2" fmla="*/ 669851 w 669851"/>
                <a:gd name="connsiteY2" fmla="*/ 37214 h 478465"/>
                <a:gd name="connsiteX3" fmla="*/ 31897 w 669851"/>
                <a:gd name="connsiteY3" fmla="*/ 0 h 478465"/>
                <a:gd name="connsiteX4" fmla="*/ 0 w 669851"/>
                <a:gd name="connsiteY4" fmla="*/ 419986 h 47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851" h="478465">
                  <a:moveTo>
                    <a:pt x="0" y="419986"/>
                  </a:moveTo>
                  <a:lnTo>
                    <a:pt x="648586" y="478465"/>
                  </a:lnTo>
                  <a:lnTo>
                    <a:pt x="669851" y="37214"/>
                  </a:lnTo>
                  <a:lnTo>
                    <a:pt x="31897" y="0"/>
                  </a:lnTo>
                  <a:lnTo>
                    <a:pt x="0" y="419986"/>
                  </a:lnTo>
                  <a:close/>
                </a:path>
              </a:pathLst>
            </a:custGeom>
            <a:solidFill>
              <a:srgbClr val="C00000">
                <a:alpha val="20000"/>
              </a:srgbClr>
            </a:solidFill>
            <a:ln w="25400">
              <a:solidFill>
                <a:srgbClr val="C00000">
                  <a:alpha val="2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0BDFC79-0BBF-0FA1-6C27-5BBA5C61C15F}"/>
                </a:ext>
              </a:extLst>
            </p:cNvPr>
            <p:cNvGrpSpPr/>
            <p:nvPr/>
          </p:nvGrpSpPr>
          <p:grpSpPr>
            <a:xfrm>
              <a:off x="5392037" y="3529062"/>
              <a:ext cx="5961763" cy="306124"/>
              <a:chOff x="5447130" y="2491991"/>
              <a:chExt cx="5961763" cy="306124"/>
            </a:xfrm>
          </p:grpSpPr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1C3DF0CD-47EC-9579-8B70-B924CA1624B0}"/>
                  </a:ext>
                </a:extLst>
              </p:cNvPr>
              <p:cNvGrpSpPr/>
              <p:nvPr/>
            </p:nvGrpSpPr>
            <p:grpSpPr>
              <a:xfrm rot="5400000">
                <a:off x="7452737" y="1831479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205" name="Group 204">
                  <a:extLst>
                    <a:ext uri="{FF2B5EF4-FFF2-40B4-BE49-F238E27FC236}">
                      <a16:creationId xmlns:a16="http://schemas.microsoft.com/office/drawing/2014/main" id="{216DF348-FE8A-3663-B092-978B71A2CDD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208" name="Arc 207">
                    <a:extLst>
                      <a:ext uri="{FF2B5EF4-FFF2-40B4-BE49-F238E27FC236}">
                        <a16:creationId xmlns:a16="http://schemas.microsoft.com/office/drawing/2014/main" id="{D9D06525-CA22-40F4-B6D8-0D98072CF452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09" name="Arc 208">
                    <a:extLst>
                      <a:ext uri="{FF2B5EF4-FFF2-40B4-BE49-F238E27FC236}">
                        <a16:creationId xmlns:a16="http://schemas.microsoft.com/office/drawing/2014/main" id="{2E3C0A6B-3535-41F7-D781-C945C72B3710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10" name="Arc 209">
                    <a:extLst>
                      <a:ext uri="{FF2B5EF4-FFF2-40B4-BE49-F238E27FC236}">
                        <a16:creationId xmlns:a16="http://schemas.microsoft.com/office/drawing/2014/main" id="{7566A60D-5D74-531A-82D9-84736E8D0C74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11" name="Arc 210">
                    <a:extLst>
                      <a:ext uri="{FF2B5EF4-FFF2-40B4-BE49-F238E27FC236}">
                        <a16:creationId xmlns:a16="http://schemas.microsoft.com/office/drawing/2014/main" id="{84F460E7-BDDD-CF8D-2EEA-BAE4DF46651D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12" name="Arc 211">
                    <a:extLst>
                      <a:ext uri="{FF2B5EF4-FFF2-40B4-BE49-F238E27FC236}">
                        <a16:creationId xmlns:a16="http://schemas.microsoft.com/office/drawing/2014/main" id="{11E18CE3-6E4D-D44C-B69B-E7A932B947E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13" name="Arc 212">
                    <a:extLst>
                      <a:ext uri="{FF2B5EF4-FFF2-40B4-BE49-F238E27FC236}">
                        <a16:creationId xmlns:a16="http://schemas.microsoft.com/office/drawing/2014/main" id="{9E8A3731-79E0-3776-30A7-FA3A3C5FED0E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14" name="Arc 213">
                    <a:extLst>
                      <a:ext uri="{FF2B5EF4-FFF2-40B4-BE49-F238E27FC236}">
                        <a16:creationId xmlns:a16="http://schemas.microsoft.com/office/drawing/2014/main" id="{E1576DC4-D32F-28A7-0ADB-6B2E483C3EB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206" name="Straight Connector 205">
                  <a:extLst>
                    <a:ext uri="{FF2B5EF4-FFF2-40B4-BE49-F238E27FC236}">
                      <a16:creationId xmlns:a16="http://schemas.microsoft.com/office/drawing/2014/main" id="{6969C509-95BE-6356-CD70-D13EFD46AF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994D5617-07CD-0995-7794-2E3BFEA007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EAF328AB-512F-F237-3CF7-9F6FE8A5F3F8}"/>
                  </a:ext>
                </a:extLst>
              </p:cNvPr>
              <p:cNvGrpSpPr/>
              <p:nvPr/>
            </p:nvGrpSpPr>
            <p:grpSpPr>
              <a:xfrm rot="5400000">
                <a:off x="6157459" y="1813825"/>
                <a:ext cx="242888" cy="1620001"/>
                <a:chOff x="7860988" y="3360701"/>
                <a:chExt cx="242888" cy="1620001"/>
              </a:xfrm>
            </p:grpSpPr>
            <p:sp>
              <p:nvSpPr>
                <p:cNvPr id="194" name="Line 475">
                  <a:extLst>
                    <a:ext uri="{FF2B5EF4-FFF2-40B4-BE49-F238E27FC236}">
                      <a16:creationId xmlns:a16="http://schemas.microsoft.com/office/drawing/2014/main" id="{BD0DE8BA-283F-F2C7-2B8E-255F331364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95" name="Line 476">
                  <a:extLst>
                    <a:ext uri="{FF2B5EF4-FFF2-40B4-BE49-F238E27FC236}">
                      <a16:creationId xmlns:a16="http://schemas.microsoft.com/office/drawing/2014/main" id="{9C48F632-DA5D-42C2-44C2-4447C761CA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96" name="Line 477">
                  <a:extLst>
                    <a:ext uri="{FF2B5EF4-FFF2-40B4-BE49-F238E27FC236}">
                      <a16:creationId xmlns:a16="http://schemas.microsoft.com/office/drawing/2014/main" id="{1A12461E-75E5-5A8D-A2A6-B0DBA58B3B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97" name="Line 478">
                  <a:extLst>
                    <a:ext uri="{FF2B5EF4-FFF2-40B4-BE49-F238E27FC236}">
                      <a16:creationId xmlns:a16="http://schemas.microsoft.com/office/drawing/2014/main" id="{3C5E0A42-C836-BF1D-DE1E-892670950D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98" name="Line 479">
                  <a:extLst>
                    <a:ext uri="{FF2B5EF4-FFF2-40B4-BE49-F238E27FC236}">
                      <a16:creationId xmlns:a16="http://schemas.microsoft.com/office/drawing/2014/main" id="{A03D301C-291D-6C94-BF86-A4B5B2AE2A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99" name="Line 480">
                  <a:extLst>
                    <a:ext uri="{FF2B5EF4-FFF2-40B4-BE49-F238E27FC236}">
                      <a16:creationId xmlns:a16="http://schemas.microsoft.com/office/drawing/2014/main" id="{81B58ADF-47AB-B801-287B-1B3C34C738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00" name="Line 481">
                  <a:extLst>
                    <a:ext uri="{FF2B5EF4-FFF2-40B4-BE49-F238E27FC236}">
                      <a16:creationId xmlns:a16="http://schemas.microsoft.com/office/drawing/2014/main" id="{F4E5A191-0711-C9A8-63AB-9BD67E6185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01" name="Line 482">
                  <a:extLst>
                    <a:ext uri="{FF2B5EF4-FFF2-40B4-BE49-F238E27FC236}">
                      <a16:creationId xmlns:a16="http://schemas.microsoft.com/office/drawing/2014/main" id="{78A2A5E1-7048-AA68-AC70-8B9912119E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02" name="Line 483">
                  <a:extLst>
                    <a:ext uri="{FF2B5EF4-FFF2-40B4-BE49-F238E27FC236}">
                      <a16:creationId xmlns:a16="http://schemas.microsoft.com/office/drawing/2014/main" id="{5DB87886-B5AF-CBBE-A585-541FE6E2EC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203" name="Straight Connector 202">
                  <a:extLst>
                    <a:ext uri="{FF2B5EF4-FFF2-40B4-BE49-F238E27FC236}">
                      <a16:creationId xmlns:a16="http://schemas.microsoft.com/office/drawing/2014/main" id="{51EBD2C5-3ECD-89EA-FAB7-56AAF8A7C0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1D6CFFC7-90B5-AC18-24C9-3A503E2516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0FFB64B3-6571-8720-17DF-9889379360DA}"/>
                  </a:ext>
                </a:extLst>
              </p:cNvPr>
              <p:cNvGrpSpPr/>
              <p:nvPr/>
            </p:nvGrpSpPr>
            <p:grpSpPr>
              <a:xfrm rot="5400000">
                <a:off x="10406838" y="1838626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184" name="Group 183">
                  <a:extLst>
                    <a:ext uri="{FF2B5EF4-FFF2-40B4-BE49-F238E27FC236}">
                      <a16:creationId xmlns:a16="http://schemas.microsoft.com/office/drawing/2014/main" id="{464CFD72-830F-7250-DEDB-A46BEBD39F8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187" name="Arc 186">
                    <a:extLst>
                      <a:ext uri="{FF2B5EF4-FFF2-40B4-BE49-F238E27FC236}">
                        <a16:creationId xmlns:a16="http://schemas.microsoft.com/office/drawing/2014/main" id="{FA25117D-AF6C-CC22-C725-4377178CBA73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88" name="Arc 187">
                    <a:extLst>
                      <a:ext uri="{FF2B5EF4-FFF2-40B4-BE49-F238E27FC236}">
                        <a16:creationId xmlns:a16="http://schemas.microsoft.com/office/drawing/2014/main" id="{DFE1FBF6-BA3A-D80B-D0EC-B03739A7F99A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89" name="Arc 188">
                    <a:extLst>
                      <a:ext uri="{FF2B5EF4-FFF2-40B4-BE49-F238E27FC236}">
                        <a16:creationId xmlns:a16="http://schemas.microsoft.com/office/drawing/2014/main" id="{B931DEFF-A94A-C538-5BC8-295EACEC92C8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90" name="Arc 189">
                    <a:extLst>
                      <a:ext uri="{FF2B5EF4-FFF2-40B4-BE49-F238E27FC236}">
                        <a16:creationId xmlns:a16="http://schemas.microsoft.com/office/drawing/2014/main" id="{65F35081-4B5F-A89A-1D80-33EEB19262BF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91" name="Arc 190">
                    <a:extLst>
                      <a:ext uri="{FF2B5EF4-FFF2-40B4-BE49-F238E27FC236}">
                        <a16:creationId xmlns:a16="http://schemas.microsoft.com/office/drawing/2014/main" id="{9A22F76E-A75F-DC42-AF27-2370FF4B096E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92" name="Arc 191">
                    <a:extLst>
                      <a:ext uri="{FF2B5EF4-FFF2-40B4-BE49-F238E27FC236}">
                        <a16:creationId xmlns:a16="http://schemas.microsoft.com/office/drawing/2014/main" id="{E754B3A0-87F9-C767-1178-7B3FDD7D382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93" name="Arc 192">
                    <a:extLst>
                      <a:ext uri="{FF2B5EF4-FFF2-40B4-BE49-F238E27FC236}">
                        <a16:creationId xmlns:a16="http://schemas.microsoft.com/office/drawing/2014/main" id="{E96A1688-9A89-5293-3CF7-C7ADA274F3AA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FF2158B4-4578-66A3-3C3E-D884BB445E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3B5203BD-BBD2-9CAA-0CE4-B71C4FCDF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4417ACBC-5B72-E4B4-A5C9-BAA598B8B6C4}"/>
                  </a:ext>
                </a:extLst>
              </p:cNvPr>
              <p:cNvGrpSpPr/>
              <p:nvPr/>
            </p:nvGrpSpPr>
            <p:grpSpPr>
              <a:xfrm rot="5400000">
                <a:off x="9111560" y="1820972"/>
                <a:ext cx="242888" cy="1620001"/>
                <a:chOff x="7860988" y="3360701"/>
                <a:chExt cx="242888" cy="1620001"/>
              </a:xfrm>
            </p:grpSpPr>
            <p:sp>
              <p:nvSpPr>
                <p:cNvPr id="173" name="Line 475">
                  <a:extLst>
                    <a:ext uri="{FF2B5EF4-FFF2-40B4-BE49-F238E27FC236}">
                      <a16:creationId xmlns:a16="http://schemas.microsoft.com/office/drawing/2014/main" id="{2E652567-F633-AF35-FB9A-B08276042D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74" name="Line 476">
                  <a:extLst>
                    <a:ext uri="{FF2B5EF4-FFF2-40B4-BE49-F238E27FC236}">
                      <a16:creationId xmlns:a16="http://schemas.microsoft.com/office/drawing/2014/main" id="{EEB8E1B3-569A-7CAE-1F84-A337B2A96E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75" name="Line 477">
                  <a:extLst>
                    <a:ext uri="{FF2B5EF4-FFF2-40B4-BE49-F238E27FC236}">
                      <a16:creationId xmlns:a16="http://schemas.microsoft.com/office/drawing/2014/main" id="{18E92AA7-284D-43CC-B068-63B78E6C10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76" name="Line 478">
                  <a:extLst>
                    <a:ext uri="{FF2B5EF4-FFF2-40B4-BE49-F238E27FC236}">
                      <a16:creationId xmlns:a16="http://schemas.microsoft.com/office/drawing/2014/main" id="{752A01C4-09EA-9FE9-E11F-97524F8235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77" name="Line 479">
                  <a:extLst>
                    <a:ext uri="{FF2B5EF4-FFF2-40B4-BE49-F238E27FC236}">
                      <a16:creationId xmlns:a16="http://schemas.microsoft.com/office/drawing/2014/main" id="{A27FD4EC-421F-2D70-02D5-2C8C90ABC9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78" name="Line 480">
                  <a:extLst>
                    <a:ext uri="{FF2B5EF4-FFF2-40B4-BE49-F238E27FC236}">
                      <a16:creationId xmlns:a16="http://schemas.microsoft.com/office/drawing/2014/main" id="{A4129ED0-DA4D-FE58-3002-5591180BB2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79" name="Line 481">
                  <a:extLst>
                    <a:ext uri="{FF2B5EF4-FFF2-40B4-BE49-F238E27FC236}">
                      <a16:creationId xmlns:a16="http://schemas.microsoft.com/office/drawing/2014/main" id="{5BC2FA0E-6B53-7CF9-3815-872264C1C0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80" name="Line 482">
                  <a:extLst>
                    <a:ext uri="{FF2B5EF4-FFF2-40B4-BE49-F238E27FC236}">
                      <a16:creationId xmlns:a16="http://schemas.microsoft.com/office/drawing/2014/main" id="{CC74B1D0-1223-03B9-0B64-D244A105E8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81" name="Line 483">
                  <a:extLst>
                    <a:ext uri="{FF2B5EF4-FFF2-40B4-BE49-F238E27FC236}">
                      <a16:creationId xmlns:a16="http://schemas.microsoft.com/office/drawing/2014/main" id="{C3192087-71AC-1DE8-32E9-D55131AD18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rgbClr val="C0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8B5B90DC-3728-ADDD-6974-164CF164C5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76B0B8C0-0C5B-9F9F-39A8-57EC0458A2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rgbClr val="C00000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E9C2794B-EA13-DE14-4C4E-5A32758F25C0}"/>
                  </a:ext>
                </a:extLst>
              </p:cNvPr>
              <p:cNvSpPr/>
              <p:nvPr/>
            </p:nvSpPr>
            <p:spPr>
              <a:xfrm>
                <a:off x="5447130" y="2575931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AE66ED14-9D8E-BF63-FC14-CC94A86151A8}"/>
                  </a:ext>
                </a:extLst>
              </p:cNvPr>
              <p:cNvSpPr/>
              <p:nvPr/>
            </p:nvSpPr>
            <p:spPr>
              <a:xfrm>
                <a:off x="8380991" y="2575931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4D96EA89-B857-EDDE-34EA-1ADF2DD7DBFF}"/>
                  </a:ext>
                </a:extLst>
              </p:cNvPr>
              <p:cNvSpPr/>
              <p:nvPr/>
            </p:nvSpPr>
            <p:spPr>
              <a:xfrm>
                <a:off x="11314553" y="2578587"/>
                <a:ext cx="94340" cy="94199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03" name="Group 602">
            <a:extLst>
              <a:ext uri="{FF2B5EF4-FFF2-40B4-BE49-F238E27FC236}">
                <a16:creationId xmlns:a16="http://schemas.microsoft.com/office/drawing/2014/main" id="{7D2B911E-85F2-15D3-BF8D-F0D91BBBC321}"/>
              </a:ext>
            </a:extLst>
          </p:cNvPr>
          <p:cNvGrpSpPr/>
          <p:nvPr/>
        </p:nvGrpSpPr>
        <p:grpSpPr>
          <a:xfrm>
            <a:off x="4980530" y="1550460"/>
            <a:ext cx="7077382" cy="4263329"/>
            <a:chOff x="4980530" y="1550460"/>
            <a:chExt cx="7077382" cy="426332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778CCA5-2A5E-9BFA-ADB7-32CBB0B5E181}"/>
                </a:ext>
              </a:extLst>
            </p:cNvPr>
            <p:cNvGrpSpPr/>
            <p:nvPr/>
          </p:nvGrpSpPr>
          <p:grpSpPr>
            <a:xfrm>
              <a:off x="4980679" y="1550460"/>
              <a:ext cx="5961763" cy="306124"/>
              <a:chOff x="5447130" y="2491991"/>
              <a:chExt cx="5961763" cy="306124"/>
            </a:xfrm>
          </p:grpSpPr>
          <p:grpSp>
            <p:nvGrpSpPr>
              <p:cNvPr id="264" name="Group 263">
                <a:extLst>
                  <a:ext uri="{FF2B5EF4-FFF2-40B4-BE49-F238E27FC236}">
                    <a16:creationId xmlns:a16="http://schemas.microsoft.com/office/drawing/2014/main" id="{0BD9C07F-F991-513F-4DCF-19E328FABF53}"/>
                  </a:ext>
                </a:extLst>
              </p:cNvPr>
              <p:cNvGrpSpPr/>
              <p:nvPr/>
            </p:nvGrpSpPr>
            <p:grpSpPr>
              <a:xfrm rot="5400000">
                <a:off x="7452737" y="1831479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303" name="Group 302">
                  <a:extLst>
                    <a:ext uri="{FF2B5EF4-FFF2-40B4-BE49-F238E27FC236}">
                      <a16:creationId xmlns:a16="http://schemas.microsoft.com/office/drawing/2014/main" id="{49E718DB-22C8-4AB9-687B-600A0DCDA30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306" name="Arc 305">
                    <a:extLst>
                      <a:ext uri="{FF2B5EF4-FFF2-40B4-BE49-F238E27FC236}">
                        <a16:creationId xmlns:a16="http://schemas.microsoft.com/office/drawing/2014/main" id="{69B91BB9-B958-F98E-8EF9-518252978278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2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07" name="Arc 306">
                    <a:extLst>
                      <a:ext uri="{FF2B5EF4-FFF2-40B4-BE49-F238E27FC236}">
                        <a16:creationId xmlns:a16="http://schemas.microsoft.com/office/drawing/2014/main" id="{81DDD189-4AB3-0241-1A74-AB55A0303A68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2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08" name="Arc 307">
                    <a:extLst>
                      <a:ext uri="{FF2B5EF4-FFF2-40B4-BE49-F238E27FC236}">
                        <a16:creationId xmlns:a16="http://schemas.microsoft.com/office/drawing/2014/main" id="{2A9E5B6F-1A28-54D8-21D7-1C199B78D1FC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chemeClr val="accent2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09" name="Arc 308">
                    <a:extLst>
                      <a:ext uri="{FF2B5EF4-FFF2-40B4-BE49-F238E27FC236}">
                        <a16:creationId xmlns:a16="http://schemas.microsoft.com/office/drawing/2014/main" id="{F8372920-94E8-E193-A953-5B329C4F589E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chemeClr val="accent2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10" name="Arc 309">
                    <a:extLst>
                      <a:ext uri="{FF2B5EF4-FFF2-40B4-BE49-F238E27FC236}">
                        <a16:creationId xmlns:a16="http://schemas.microsoft.com/office/drawing/2014/main" id="{1A2737EC-AFDD-C526-B7A7-2FF5AB91A61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2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11" name="Arc 310">
                    <a:extLst>
                      <a:ext uri="{FF2B5EF4-FFF2-40B4-BE49-F238E27FC236}">
                        <a16:creationId xmlns:a16="http://schemas.microsoft.com/office/drawing/2014/main" id="{6E69D457-D2CA-EA33-8E88-982C0CE90B1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2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312" name="Arc 311">
                    <a:extLst>
                      <a:ext uri="{FF2B5EF4-FFF2-40B4-BE49-F238E27FC236}">
                        <a16:creationId xmlns:a16="http://schemas.microsoft.com/office/drawing/2014/main" id="{B96E066C-F8A4-D091-7D8D-477C3D5E85A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2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304" name="Straight Connector 303">
                  <a:extLst>
                    <a:ext uri="{FF2B5EF4-FFF2-40B4-BE49-F238E27FC236}">
                      <a16:creationId xmlns:a16="http://schemas.microsoft.com/office/drawing/2014/main" id="{16E52958-97E7-B854-A9F5-3A0D57EF6E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2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>
                  <a:extLst>
                    <a:ext uri="{FF2B5EF4-FFF2-40B4-BE49-F238E27FC236}">
                      <a16:creationId xmlns:a16="http://schemas.microsoft.com/office/drawing/2014/main" id="{BF4F1773-EAC8-AA41-2C01-6FBEE626F1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2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C436D87E-9196-38B5-0167-0CD0DFB6D20E}"/>
                  </a:ext>
                </a:extLst>
              </p:cNvPr>
              <p:cNvGrpSpPr/>
              <p:nvPr/>
            </p:nvGrpSpPr>
            <p:grpSpPr>
              <a:xfrm rot="5400000">
                <a:off x="6157459" y="1813825"/>
                <a:ext cx="242888" cy="1620001"/>
                <a:chOff x="7860988" y="3360701"/>
                <a:chExt cx="242888" cy="1620001"/>
              </a:xfrm>
            </p:grpSpPr>
            <p:sp>
              <p:nvSpPr>
                <p:cNvPr id="292" name="Line 475">
                  <a:extLst>
                    <a:ext uri="{FF2B5EF4-FFF2-40B4-BE49-F238E27FC236}">
                      <a16:creationId xmlns:a16="http://schemas.microsoft.com/office/drawing/2014/main" id="{CAFB2432-F9A0-8400-E902-58945A1B35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93" name="Line 476">
                  <a:extLst>
                    <a:ext uri="{FF2B5EF4-FFF2-40B4-BE49-F238E27FC236}">
                      <a16:creationId xmlns:a16="http://schemas.microsoft.com/office/drawing/2014/main" id="{FB221F5E-BD60-97AC-1B92-9C3ADD4CF2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94" name="Line 477">
                  <a:extLst>
                    <a:ext uri="{FF2B5EF4-FFF2-40B4-BE49-F238E27FC236}">
                      <a16:creationId xmlns:a16="http://schemas.microsoft.com/office/drawing/2014/main" id="{68F18C2D-21EF-73B3-2100-6E4C13C906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95" name="Line 478">
                  <a:extLst>
                    <a:ext uri="{FF2B5EF4-FFF2-40B4-BE49-F238E27FC236}">
                      <a16:creationId xmlns:a16="http://schemas.microsoft.com/office/drawing/2014/main" id="{E1A0C67B-5A78-C5F5-032F-3929CDEB45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96" name="Line 479">
                  <a:extLst>
                    <a:ext uri="{FF2B5EF4-FFF2-40B4-BE49-F238E27FC236}">
                      <a16:creationId xmlns:a16="http://schemas.microsoft.com/office/drawing/2014/main" id="{32C94C5B-879A-AC65-A131-410B883D0A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97" name="Line 480">
                  <a:extLst>
                    <a:ext uri="{FF2B5EF4-FFF2-40B4-BE49-F238E27FC236}">
                      <a16:creationId xmlns:a16="http://schemas.microsoft.com/office/drawing/2014/main" id="{63841EA6-C35A-895D-3280-7CFB3549E2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98" name="Line 481">
                  <a:extLst>
                    <a:ext uri="{FF2B5EF4-FFF2-40B4-BE49-F238E27FC236}">
                      <a16:creationId xmlns:a16="http://schemas.microsoft.com/office/drawing/2014/main" id="{CD97D2B8-2F64-2210-FB32-97094A8F54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99" name="Line 482">
                  <a:extLst>
                    <a:ext uri="{FF2B5EF4-FFF2-40B4-BE49-F238E27FC236}">
                      <a16:creationId xmlns:a16="http://schemas.microsoft.com/office/drawing/2014/main" id="{04BE7578-BAB3-2971-3073-2D0AFE72E1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300" name="Line 483">
                  <a:extLst>
                    <a:ext uri="{FF2B5EF4-FFF2-40B4-BE49-F238E27FC236}">
                      <a16:creationId xmlns:a16="http://schemas.microsoft.com/office/drawing/2014/main" id="{08BA5EA2-1978-BF83-D199-54736A3AED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301" name="Straight Connector 300">
                  <a:extLst>
                    <a:ext uri="{FF2B5EF4-FFF2-40B4-BE49-F238E27FC236}">
                      <a16:creationId xmlns:a16="http://schemas.microsoft.com/office/drawing/2014/main" id="{FB15A257-B382-3BAC-3576-5964008D6C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2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>
                  <a:extLst>
                    <a:ext uri="{FF2B5EF4-FFF2-40B4-BE49-F238E27FC236}">
                      <a16:creationId xmlns:a16="http://schemas.microsoft.com/office/drawing/2014/main" id="{C7F70F55-C3C3-D128-9AC2-17CF2667C9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2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714420A2-C8A1-39CF-AB10-AF1FBCAC57D1}"/>
                  </a:ext>
                </a:extLst>
              </p:cNvPr>
              <p:cNvGrpSpPr/>
              <p:nvPr/>
            </p:nvGrpSpPr>
            <p:grpSpPr>
              <a:xfrm rot="5400000">
                <a:off x="10406838" y="1838626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282" name="Group 281">
                  <a:extLst>
                    <a:ext uri="{FF2B5EF4-FFF2-40B4-BE49-F238E27FC236}">
                      <a16:creationId xmlns:a16="http://schemas.microsoft.com/office/drawing/2014/main" id="{F962165D-6A3B-145E-184E-60C8646B8A1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285" name="Arc 284">
                    <a:extLst>
                      <a:ext uri="{FF2B5EF4-FFF2-40B4-BE49-F238E27FC236}">
                        <a16:creationId xmlns:a16="http://schemas.microsoft.com/office/drawing/2014/main" id="{496257B2-FCFB-BC93-51F5-F90CF305AFDA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2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86" name="Arc 285">
                    <a:extLst>
                      <a:ext uri="{FF2B5EF4-FFF2-40B4-BE49-F238E27FC236}">
                        <a16:creationId xmlns:a16="http://schemas.microsoft.com/office/drawing/2014/main" id="{F567AA92-23D9-F013-821C-50A40E138E18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2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87" name="Arc 286">
                    <a:extLst>
                      <a:ext uri="{FF2B5EF4-FFF2-40B4-BE49-F238E27FC236}">
                        <a16:creationId xmlns:a16="http://schemas.microsoft.com/office/drawing/2014/main" id="{2E54508F-56DA-EC3A-63DF-F5A4C356BC2F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chemeClr val="accent2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88" name="Arc 287">
                    <a:extLst>
                      <a:ext uri="{FF2B5EF4-FFF2-40B4-BE49-F238E27FC236}">
                        <a16:creationId xmlns:a16="http://schemas.microsoft.com/office/drawing/2014/main" id="{80E1B470-1C76-79A5-866F-E0F84A370D81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chemeClr val="accent2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89" name="Arc 288">
                    <a:extLst>
                      <a:ext uri="{FF2B5EF4-FFF2-40B4-BE49-F238E27FC236}">
                        <a16:creationId xmlns:a16="http://schemas.microsoft.com/office/drawing/2014/main" id="{7C35B021-13C1-AAAE-3D3A-21CB31B1F735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2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90" name="Arc 289">
                    <a:extLst>
                      <a:ext uri="{FF2B5EF4-FFF2-40B4-BE49-F238E27FC236}">
                        <a16:creationId xmlns:a16="http://schemas.microsoft.com/office/drawing/2014/main" id="{775F8E9A-963A-166B-AC64-7BB5C531C8E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2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91" name="Arc 290">
                    <a:extLst>
                      <a:ext uri="{FF2B5EF4-FFF2-40B4-BE49-F238E27FC236}">
                        <a16:creationId xmlns:a16="http://schemas.microsoft.com/office/drawing/2014/main" id="{29AB2B68-0C93-E733-12DB-AE74C9595DC8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2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283" name="Straight Connector 282">
                  <a:extLst>
                    <a:ext uri="{FF2B5EF4-FFF2-40B4-BE49-F238E27FC236}">
                      <a16:creationId xmlns:a16="http://schemas.microsoft.com/office/drawing/2014/main" id="{BBDF9528-C919-D8E6-9F0E-DFB4D52CE2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2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>
                  <a:extLst>
                    <a:ext uri="{FF2B5EF4-FFF2-40B4-BE49-F238E27FC236}">
                      <a16:creationId xmlns:a16="http://schemas.microsoft.com/office/drawing/2014/main" id="{A4488040-7F6A-3684-246B-56CB5A7F98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2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EB0C3028-D25F-488A-2709-21F35E180188}"/>
                  </a:ext>
                </a:extLst>
              </p:cNvPr>
              <p:cNvGrpSpPr/>
              <p:nvPr/>
            </p:nvGrpSpPr>
            <p:grpSpPr>
              <a:xfrm rot="5400000">
                <a:off x="9111560" y="1820972"/>
                <a:ext cx="242888" cy="1620001"/>
                <a:chOff x="7860988" y="3360701"/>
                <a:chExt cx="242888" cy="1620001"/>
              </a:xfrm>
            </p:grpSpPr>
            <p:sp>
              <p:nvSpPr>
                <p:cNvPr id="271" name="Line 475">
                  <a:extLst>
                    <a:ext uri="{FF2B5EF4-FFF2-40B4-BE49-F238E27FC236}">
                      <a16:creationId xmlns:a16="http://schemas.microsoft.com/office/drawing/2014/main" id="{1FD5C72B-A5C8-7B17-DCA5-B0C2548640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72" name="Line 476">
                  <a:extLst>
                    <a:ext uri="{FF2B5EF4-FFF2-40B4-BE49-F238E27FC236}">
                      <a16:creationId xmlns:a16="http://schemas.microsoft.com/office/drawing/2014/main" id="{C6BFC20E-63F8-10C3-30E3-40314BDC82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73" name="Line 477">
                  <a:extLst>
                    <a:ext uri="{FF2B5EF4-FFF2-40B4-BE49-F238E27FC236}">
                      <a16:creationId xmlns:a16="http://schemas.microsoft.com/office/drawing/2014/main" id="{3C4F82C6-4CB1-D29B-4639-54402E87EA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74" name="Line 478">
                  <a:extLst>
                    <a:ext uri="{FF2B5EF4-FFF2-40B4-BE49-F238E27FC236}">
                      <a16:creationId xmlns:a16="http://schemas.microsoft.com/office/drawing/2014/main" id="{5ED9158E-3405-5349-E9B5-5282712EC0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75" name="Line 479">
                  <a:extLst>
                    <a:ext uri="{FF2B5EF4-FFF2-40B4-BE49-F238E27FC236}">
                      <a16:creationId xmlns:a16="http://schemas.microsoft.com/office/drawing/2014/main" id="{72C06C23-14E6-1784-A13D-F5BD3EFC53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76" name="Line 480">
                  <a:extLst>
                    <a:ext uri="{FF2B5EF4-FFF2-40B4-BE49-F238E27FC236}">
                      <a16:creationId xmlns:a16="http://schemas.microsoft.com/office/drawing/2014/main" id="{BFD12D18-DB1B-59C0-751E-799357DB6E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77" name="Line 481">
                  <a:extLst>
                    <a:ext uri="{FF2B5EF4-FFF2-40B4-BE49-F238E27FC236}">
                      <a16:creationId xmlns:a16="http://schemas.microsoft.com/office/drawing/2014/main" id="{3AEC45DD-65A2-EBBA-811D-5ADEC2E55A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78" name="Line 482">
                  <a:extLst>
                    <a:ext uri="{FF2B5EF4-FFF2-40B4-BE49-F238E27FC236}">
                      <a16:creationId xmlns:a16="http://schemas.microsoft.com/office/drawing/2014/main" id="{1804A894-1438-19E4-495D-F5868A2755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79" name="Line 483">
                  <a:extLst>
                    <a:ext uri="{FF2B5EF4-FFF2-40B4-BE49-F238E27FC236}">
                      <a16:creationId xmlns:a16="http://schemas.microsoft.com/office/drawing/2014/main" id="{312F164C-20BD-AEE7-E193-ED5A55A7ED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280" name="Straight Connector 279">
                  <a:extLst>
                    <a:ext uri="{FF2B5EF4-FFF2-40B4-BE49-F238E27FC236}">
                      <a16:creationId xmlns:a16="http://schemas.microsoft.com/office/drawing/2014/main" id="{22703BD5-5020-3E23-0A0B-8A488C98E0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2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DA4A1929-6780-95BC-EBDB-24F2235190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2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0D17BCF6-7C01-5CF1-D01D-E8C815BE8573}"/>
                  </a:ext>
                </a:extLst>
              </p:cNvPr>
              <p:cNvSpPr/>
              <p:nvPr/>
            </p:nvSpPr>
            <p:spPr>
              <a:xfrm>
                <a:off x="5447130" y="2575931"/>
                <a:ext cx="94340" cy="94199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60A2607B-3C83-56F5-F97F-EB67DF8BBB8A}"/>
                  </a:ext>
                </a:extLst>
              </p:cNvPr>
              <p:cNvSpPr/>
              <p:nvPr/>
            </p:nvSpPr>
            <p:spPr>
              <a:xfrm>
                <a:off x="8380991" y="2575931"/>
                <a:ext cx="94340" cy="94199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E846EE69-9DC6-3C45-2C63-72B7D0C78199}"/>
                  </a:ext>
                </a:extLst>
              </p:cNvPr>
              <p:cNvSpPr/>
              <p:nvPr/>
            </p:nvSpPr>
            <p:spPr>
              <a:xfrm>
                <a:off x="11314553" y="2578587"/>
                <a:ext cx="94340" cy="94199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D12C673-4142-FA2E-DCB0-411CA1557016}"/>
                </a:ext>
              </a:extLst>
            </p:cNvPr>
            <p:cNvGrpSpPr/>
            <p:nvPr/>
          </p:nvGrpSpPr>
          <p:grpSpPr>
            <a:xfrm>
              <a:off x="6096149" y="2539761"/>
              <a:ext cx="5961763" cy="306124"/>
              <a:chOff x="5447130" y="2491991"/>
              <a:chExt cx="5961763" cy="306124"/>
            </a:xfrm>
          </p:grpSpPr>
          <p:grpSp>
            <p:nvGrpSpPr>
              <p:cNvPr id="215" name="Group 214">
                <a:extLst>
                  <a:ext uri="{FF2B5EF4-FFF2-40B4-BE49-F238E27FC236}">
                    <a16:creationId xmlns:a16="http://schemas.microsoft.com/office/drawing/2014/main" id="{7CA088F8-45D7-4D0B-F202-8E6AD1B8788B}"/>
                  </a:ext>
                </a:extLst>
              </p:cNvPr>
              <p:cNvGrpSpPr/>
              <p:nvPr/>
            </p:nvGrpSpPr>
            <p:grpSpPr>
              <a:xfrm rot="5400000">
                <a:off x="7452737" y="1831479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254" name="Group 253">
                  <a:extLst>
                    <a:ext uri="{FF2B5EF4-FFF2-40B4-BE49-F238E27FC236}">
                      <a16:creationId xmlns:a16="http://schemas.microsoft.com/office/drawing/2014/main" id="{562D05A0-D5B2-4130-C520-251F19871AC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257" name="Arc 256">
                    <a:extLst>
                      <a:ext uri="{FF2B5EF4-FFF2-40B4-BE49-F238E27FC236}">
                        <a16:creationId xmlns:a16="http://schemas.microsoft.com/office/drawing/2014/main" id="{6480B85E-400D-A120-3058-22BCECABB0A0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58" name="Arc 257">
                    <a:extLst>
                      <a:ext uri="{FF2B5EF4-FFF2-40B4-BE49-F238E27FC236}">
                        <a16:creationId xmlns:a16="http://schemas.microsoft.com/office/drawing/2014/main" id="{C0082259-C8E8-BDBE-4C12-3DAAB376B7D8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59" name="Arc 258">
                    <a:extLst>
                      <a:ext uri="{FF2B5EF4-FFF2-40B4-BE49-F238E27FC236}">
                        <a16:creationId xmlns:a16="http://schemas.microsoft.com/office/drawing/2014/main" id="{08780240-DF71-CEEF-945C-4D9989E88DA9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60" name="Arc 259">
                    <a:extLst>
                      <a:ext uri="{FF2B5EF4-FFF2-40B4-BE49-F238E27FC236}">
                        <a16:creationId xmlns:a16="http://schemas.microsoft.com/office/drawing/2014/main" id="{884107B3-D11C-9AF5-358C-857D0619B046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61" name="Arc 260">
                    <a:extLst>
                      <a:ext uri="{FF2B5EF4-FFF2-40B4-BE49-F238E27FC236}">
                        <a16:creationId xmlns:a16="http://schemas.microsoft.com/office/drawing/2014/main" id="{DAB392EF-FA35-1AF4-CF67-6195653FCF1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62" name="Arc 261">
                    <a:extLst>
                      <a:ext uri="{FF2B5EF4-FFF2-40B4-BE49-F238E27FC236}">
                        <a16:creationId xmlns:a16="http://schemas.microsoft.com/office/drawing/2014/main" id="{7036DF91-DE07-542C-0128-2C005BC83E63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63" name="Arc 262">
                    <a:extLst>
                      <a:ext uri="{FF2B5EF4-FFF2-40B4-BE49-F238E27FC236}">
                        <a16:creationId xmlns:a16="http://schemas.microsoft.com/office/drawing/2014/main" id="{C43FC37B-1E0F-E287-E045-2AED547C840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255" name="Straight Connector 254">
                  <a:extLst>
                    <a:ext uri="{FF2B5EF4-FFF2-40B4-BE49-F238E27FC236}">
                      <a16:creationId xmlns:a16="http://schemas.microsoft.com/office/drawing/2014/main" id="{5A3553DD-AEFB-83E1-8963-A26088C268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0F57A2FA-9DC3-7A96-AEDB-7D9F4A1E60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FDB2315B-1DE1-2B39-2CF4-84C565B48047}"/>
                  </a:ext>
                </a:extLst>
              </p:cNvPr>
              <p:cNvGrpSpPr/>
              <p:nvPr/>
            </p:nvGrpSpPr>
            <p:grpSpPr>
              <a:xfrm rot="5400000">
                <a:off x="6157459" y="1813825"/>
                <a:ext cx="242888" cy="1620001"/>
                <a:chOff x="7860988" y="3360701"/>
                <a:chExt cx="242888" cy="1620001"/>
              </a:xfrm>
            </p:grpSpPr>
            <p:sp>
              <p:nvSpPr>
                <p:cNvPr id="243" name="Line 475">
                  <a:extLst>
                    <a:ext uri="{FF2B5EF4-FFF2-40B4-BE49-F238E27FC236}">
                      <a16:creationId xmlns:a16="http://schemas.microsoft.com/office/drawing/2014/main" id="{57957EFB-D58E-9863-D424-4F31F613D2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4" name="Line 476">
                  <a:extLst>
                    <a:ext uri="{FF2B5EF4-FFF2-40B4-BE49-F238E27FC236}">
                      <a16:creationId xmlns:a16="http://schemas.microsoft.com/office/drawing/2014/main" id="{6064149E-3AB2-D19D-D27A-4187B659AA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5" name="Line 477">
                  <a:extLst>
                    <a:ext uri="{FF2B5EF4-FFF2-40B4-BE49-F238E27FC236}">
                      <a16:creationId xmlns:a16="http://schemas.microsoft.com/office/drawing/2014/main" id="{C178D1DC-471F-0804-3A1B-DB7DE6B214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6" name="Line 478">
                  <a:extLst>
                    <a:ext uri="{FF2B5EF4-FFF2-40B4-BE49-F238E27FC236}">
                      <a16:creationId xmlns:a16="http://schemas.microsoft.com/office/drawing/2014/main" id="{2E0E9810-5C26-0758-33F3-06A99AF524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7" name="Line 479">
                  <a:extLst>
                    <a:ext uri="{FF2B5EF4-FFF2-40B4-BE49-F238E27FC236}">
                      <a16:creationId xmlns:a16="http://schemas.microsoft.com/office/drawing/2014/main" id="{76DE51A9-8CB0-9AE9-7E09-A4DD5BFC60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8" name="Line 480">
                  <a:extLst>
                    <a:ext uri="{FF2B5EF4-FFF2-40B4-BE49-F238E27FC236}">
                      <a16:creationId xmlns:a16="http://schemas.microsoft.com/office/drawing/2014/main" id="{91830112-FE0F-7B89-26D3-3F8FB32F7D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9" name="Line 481">
                  <a:extLst>
                    <a:ext uri="{FF2B5EF4-FFF2-40B4-BE49-F238E27FC236}">
                      <a16:creationId xmlns:a16="http://schemas.microsoft.com/office/drawing/2014/main" id="{B9B1B631-B0E9-9338-A86B-1B5A4D1E6E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50" name="Line 482">
                  <a:extLst>
                    <a:ext uri="{FF2B5EF4-FFF2-40B4-BE49-F238E27FC236}">
                      <a16:creationId xmlns:a16="http://schemas.microsoft.com/office/drawing/2014/main" id="{2C3AB9CF-4235-C016-1CDA-FC6EADD16F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51" name="Line 483">
                  <a:extLst>
                    <a:ext uri="{FF2B5EF4-FFF2-40B4-BE49-F238E27FC236}">
                      <a16:creationId xmlns:a16="http://schemas.microsoft.com/office/drawing/2014/main" id="{AF09847B-7A67-A3FA-4B9D-C51701DC77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49072E4B-6BCD-F542-84CA-6CF803BC7F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36FB555D-0ADD-5744-90E0-9F10B0A99B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8B3A5F07-FEFC-BB81-44CE-84B615F70826}"/>
                  </a:ext>
                </a:extLst>
              </p:cNvPr>
              <p:cNvGrpSpPr/>
              <p:nvPr/>
            </p:nvGrpSpPr>
            <p:grpSpPr>
              <a:xfrm rot="5400000">
                <a:off x="10406838" y="1838626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233" name="Group 232">
                  <a:extLst>
                    <a:ext uri="{FF2B5EF4-FFF2-40B4-BE49-F238E27FC236}">
                      <a16:creationId xmlns:a16="http://schemas.microsoft.com/office/drawing/2014/main" id="{E987F2E4-9AAD-7C75-8D9E-B3D89D8DC96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236" name="Arc 235">
                    <a:extLst>
                      <a:ext uri="{FF2B5EF4-FFF2-40B4-BE49-F238E27FC236}">
                        <a16:creationId xmlns:a16="http://schemas.microsoft.com/office/drawing/2014/main" id="{9A58E318-9276-39E2-7716-FBFF73DECD00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37" name="Arc 236">
                    <a:extLst>
                      <a:ext uri="{FF2B5EF4-FFF2-40B4-BE49-F238E27FC236}">
                        <a16:creationId xmlns:a16="http://schemas.microsoft.com/office/drawing/2014/main" id="{38BA45D1-A8D0-BC25-2D42-3C9305F98852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38" name="Arc 237">
                    <a:extLst>
                      <a:ext uri="{FF2B5EF4-FFF2-40B4-BE49-F238E27FC236}">
                        <a16:creationId xmlns:a16="http://schemas.microsoft.com/office/drawing/2014/main" id="{2EB45943-D60B-2F6D-60D9-629888571134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39" name="Arc 238">
                    <a:extLst>
                      <a:ext uri="{FF2B5EF4-FFF2-40B4-BE49-F238E27FC236}">
                        <a16:creationId xmlns:a16="http://schemas.microsoft.com/office/drawing/2014/main" id="{425D9BD4-C5F5-F562-8F17-692D1272BCA6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40" name="Arc 239">
                    <a:extLst>
                      <a:ext uri="{FF2B5EF4-FFF2-40B4-BE49-F238E27FC236}">
                        <a16:creationId xmlns:a16="http://schemas.microsoft.com/office/drawing/2014/main" id="{88D59515-9734-08ED-F53A-774914ACCF6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41" name="Arc 240">
                    <a:extLst>
                      <a:ext uri="{FF2B5EF4-FFF2-40B4-BE49-F238E27FC236}">
                        <a16:creationId xmlns:a16="http://schemas.microsoft.com/office/drawing/2014/main" id="{4F909B6F-8DE7-207F-0A21-D1F975D90E1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242" name="Arc 241">
                    <a:extLst>
                      <a:ext uri="{FF2B5EF4-FFF2-40B4-BE49-F238E27FC236}">
                        <a16:creationId xmlns:a16="http://schemas.microsoft.com/office/drawing/2014/main" id="{9E2B8B2C-47AC-3706-8C0C-10A5B90D62D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FC1F9694-F5D0-1AB7-D8C8-EFAEFA11E2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3276D2BD-12D6-2E8D-01A7-6B99EA87EB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8" name="Group 217">
                <a:extLst>
                  <a:ext uri="{FF2B5EF4-FFF2-40B4-BE49-F238E27FC236}">
                    <a16:creationId xmlns:a16="http://schemas.microsoft.com/office/drawing/2014/main" id="{504FF5E5-87D8-1BE7-02B5-AAC1630D17F0}"/>
                  </a:ext>
                </a:extLst>
              </p:cNvPr>
              <p:cNvGrpSpPr/>
              <p:nvPr/>
            </p:nvGrpSpPr>
            <p:grpSpPr>
              <a:xfrm rot="5400000">
                <a:off x="9111560" y="1820972"/>
                <a:ext cx="242888" cy="1620001"/>
                <a:chOff x="7860988" y="3360701"/>
                <a:chExt cx="242888" cy="1620001"/>
              </a:xfrm>
            </p:grpSpPr>
            <p:sp>
              <p:nvSpPr>
                <p:cNvPr id="222" name="Line 475">
                  <a:extLst>
                    <a:ext uri="{FF2B5EF4-FFF2-40B4-BE49-F238E27FC236}">
                      <a16:creationId xmlns:a16="http://schemas.microsoft.com/office/drawing/2014/main" id="{DCEC3B22-B09C-010F-4424-6154B1F47A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3" name="Line 476">
                  <a:extLst>
                    <a:ext uri="{FF2B5EF4-FFF2-40B4-BE49-F238E27FC236}">
                      <a16:creationId xmlns:a16="http://schemas.microsoft.com/office/drawing/2014/main" id="{5C6D4B94-4141-01B1-3366-414BAB117A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4" name="Line 477">
                  <a:extLst>
                    <a:ext uri="{FF2B5EF4-FFF2-40B4-BE49-F238E27FC236}">
                      <a16:creationId xmlns:a16="http://schemas.microsoft.com/office/drawing/2014/main" id="{0DF8BB0A-C48F-F9F5-9982-BDFE2EA361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5" name="Line 478">
                  <a:extLst>
                    <a:ext uri="{FF2B5EF4-FFF2-40B4-BE49-F238E27FC236}">
                      <a16:creationId xmlns:a16="http://schemas.microsoft.com/office/drawing/2014/main" id="{B4B07714-7502-98B4-3773-EC48C2F0E5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6" name="Line 479">
                  <a:extLst>
                    <a:ext uri="{FF2B5EF4-FFF2-40B4-BE49-F238E27FC236}">
                      <a16:creationId xmlns:a16="http://schemas.microsoft.com/office/drawing/2014/main" id="{E8BD0C93-171A-29E0-CAE9-B05D490A25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7" name="Line 480">
                  <a:extLst>
                    <a:ext uri="{FF2B5EF4-FFF2-40B4-BE49-F238E27FC236}">
                      <a16:creationId xmlns:a16="http://schemas.microsoft.com/office/drawing/2014/main" id="{91049EAA-D586-08FA-1304-CC4ABD6CDC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8" name="Line 481">
                  <a:extLst>
                    <a:ext uri="{FF2B5EF4-FFF2-40B4-BE49-F238E27FC236}">
                      <a16:creationId xmlns:a16="http://schemas.microsoft.com/office/drawing/2014/main" id="{8BCF1898-2C64-AEEB-8567-1F6F5A371C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9" name="Line 482">
                  <a:extLst>
                    <a:ext uri="{FF2B5EF4-FFF2-40B4-BE49-F238E27FC236}">
                      <a16:creationId xmlns:a16="http://schemas.microsoft.com/office/drawing/2014/main" id="{A042EF41-7106-D3A0-8561-9EEB7E40CE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30" name="Line 483">
                  <a:extLst>
                    <a:ext uri="{FF2B5EF4-FFF2-40B4-BE49-F238E27FC236}">
                      <a16:creationId xmlns:a16="http://schemas.microsoft.com/office/drawing/2014/main" id="{F5A48EBE-D636-D0E4-98CB-7DE8DC6045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E64F50A6-CF67-027E-B0C2-3C19698318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D4A49E12-ABF7-0FB3-9F43-626130F298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6757F90A-50A1-A7F0-94DC-EEED09B2EF7C}"/>
                  </a:ext>
                </a:extLst>
              </p:cNvPr>
              <p:cNvSpPr/>
              <p:nvPr/>
            </p:nvSpPr>
            <p:spPr>
              <a:xfrm>
                <a:off x="5447130" y="2575931"/>
                <a:ext cx="94340" cy="9419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CA381D43-003E-55AE-635B-2309DED383B1}"/>
                  </a:ext>
                </a:extLst>
              </p:cNvPr>
              <p:cNvSpPr/>
              <p:nvPr/>
            </p:nvSpPr>
            <p:spPr>
              <a:xfrm>
                <a:off x="8380991" y="2575931"/>
                <a:ext cx="94340" cy="9419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32454D71-3329-0D9E-BC46-F9EDBDBA81FC}"/>
                  </a:ext>
                </a:extLst>
              </p:cNvPr>
              <p:cNvSpPr/>
              <p:nvPr/>
            </p:nvSpPr>
            <p:spPr>
              <a:xfrm>
                <a:off x="11314553" y="2578587"/>
                <a:ext cx="94340" cy="9419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7EE1CD0-7E8D-D612-B5DB-01101455AFE2}"/>
                </a:ext>
              </a:extLst>
            </p:cNvPr>
            <p:cNvGrpSpPr/>
            <p:nvPr/>
          </p:nvGrpSpPr>
          <p:grpSpPr>
            <a:xfrm>
              <a:off x="6096000" y="4518363"/>
              <a:ext cx="5961763" cy="306124"/>
              <a:chOff x="5447130" y="2491991"/>
              <a:chExt cx="5961763" cy="306124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97B64927-8F50-51FF-BA29-DC6A14DC007D}"/>
                  </a:ext>
                </a:extLst>
              </p:cNvPr>
              <p:cNvGrpSpPr/>
              <p:nvPr/>
            </p:nvGrpSpPr>
            <p:grpSpPr>
              <a:xfrm rot="5400000">
                <a:off x="7452737" y="1831479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156" name="Group 155">
                  <a:extLst>
                    <a:ext uri="{FF2B5EF4-FFF2-40B4-BE49-F238E27FC236}">
                      <a16:creationId xmlns:a16="http://schemas.microsoft.com/office/drawing/2014/main" id="{01F21872-649F-9A75-CC4D-8CF6DE06E15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159" name="Arc 158">
                    <a:extLst>
                      <a:ext uri="{FF2B5EF4-FFF2-40B4-BE49-F238E27FC236}">
                        <a16:creationId xmlns:a16="http://schemas.microsoft.com/office/drawing/2014/main" id="{8922CCB7-B4D5-3680-859E-A89BACED9DD7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60" name="Arc 159">
                    <a:extLst>
                      <a:ext uri="{FF2B5EF4-FFF2-40B4-BE49-F238E27FC236}">
                        <a16:creationId xmlns:a16="http://schemas.microsoft.com/office/drawing/2014/main" id="{ACB144F7-80B5-2B29-DB90-98A78F3F6836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61" name="Arc 160">
                    <a:extLst>
                      <a:ext uri="{FF2B5EF4-FFF2-40B4-BE49-F238E27FC236}">
                        <a16:creationId xmlns:a16="http://schemas.microsoft.com/office/drawing/2014/main" id="{817C387A-8CF2-758B-E7F8-64833C53A676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62" name="Arc 161">
                    <a:extLst>
                      <a:ext uri="{FF2B5EF4-FFF2-40B4-BE49-F238E27FC236}">
                        <a16:creationId xmlns:a16="http://schemas.microsoft.com/office/drawing/2014/main" id="{17BA33E2-5B08-9C57-1F33-C1B6450F66E2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63" name="Arc 162">
                    <a:extLst>
                      <a:ext uri="{FF2B5EF4-FFF2-40B4-BE49-F238E27FC236}">
                        <a16:creationId xmlns:a16="http://schemas.microsoft.com/office/drawing/2014/main" id="{F16A5210-708B-A998-EEB7-09C15A78E9A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64" name="Arc 163">
                    <a:extLst>
                      <a:ext uri="{FF2B5EF4-FFF2-40B4-BE49-F238E27FC236}">
                        <a16:creationId xmlns:a16="http://schemas.microsoft.com/office/drawing/2014/main" id="{70A4773C-42C0-FDA1-09CD-04E813AFD88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65" name="Arc 164">
                    <a:extLst>
                      <a:ext uri="{FF2B5EF4-FFF2-40B4-BE49-F238E27FC236}">
                        <a16:creationId xmlns:a16="http://schemas.microsoft.com/office/drawing/2014/main" id="{AD8EFF7F-4C74-BA65-FB44-6CC7E474328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FE717129-0E38-261A-62DE-F61450C3D9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EE820E39-3367-096C-C363-38D12317C3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D59609AC-4650-131F-2595-A90BA6749B72}"/>
                  </a:ext>
                </a:extLst>
              </p:cNvPr>
              <p:cNvGrpSpPr/>
              <p:nvPr/>
            </p:nvGrpSpPr>
            <p:grpSpPr>
              <a:xfrm rot="5400000">
                <a:off x="6157459" y="1813825"/>
                <a:ext cx="242888" cy="1620001"/>
                <a:chOff x="7860988" y="3360701"/>
                <a:chExt cx="242888" cy="1620001"/>
              </a:xfrm>
            </p:grpSpPr>
            <p:sp>
              <p:nvSpPr>
                <p:cNvPr id="145" name="Line 475">
                  <a:extLst>
                    <a:ext uri="{FF2B5EF4-FFF2-40B4-BE49-F238E27FC236}">
                      <a16:creationId xmlns:a16="http://schemas.microsoft.com/office/drawing/2014/main" id="{A581FEB7-F983-CD04-2AD9-B772BF9A0A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46" name="Line 476">
                  <a:extLst>
                    <a:ext uri="{FF2B5EF4-FFF2-40B4-BE49-F238E27FC236}">
                      <a16:creationId xmlns:a16="http://schemas.microsoft.com/office/drawing/2014/main" id="{FFB0829B-986F-A18D-B1A2-F0A2D3B062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47" name="Line 477">
                  <a:extLst>
                    <a:ext uri="{FF2B5EF4-FFF2-40B4-BE49-F238E27FC236}">
                      <a16:creationId xmlns:a16="http://schemas.microsoft.com/office/drawing/2014/main" id="{AA8730EA-9639-8DA5-4D64-A71C77B5B0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48" name="Line 478">
                  <a:extLst>
                    <a:ext uri="{FF2B5EF4-FFF2-40B4-BE49-F238E27FC236}">
                      <a16:creationId xmlns:a16="http://schemas.microsoft.com/office/drawing/2014/main" id="{7C27C478-8289-549A-25BC-943F9951DF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49" name="Line 479">
                  <a:extLst>
                    <a:ext uri="{FF2B5EF4-FFF2-40B4-BE49-F238E27FC236}">
                      <a16:creationId xmlns:a16="http://schemas.microsoft.com/office/drawing/2014/main" id="{0546BAA3-7B21-C754-7937-4B126B836C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50" name="Line 480">
                  <a:extLst>
                    <a:ext uri="{FF2B5EF4-FFF2-40B4-BE49-F238E27FC236}">
                      <a16:creationId xmlns:a16="http://schemas.microsoft.com/office/drawing/2014/main" id="{3BFC1EB2-5863-209E-B8CC-2EF870E88A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51" name="Line 481">
                  <a:extLst>
                    <a:ext uri="{FF2B5EF4-FFF2-40B4-BE49-F238E27FC236}">
                      <a16:creationId xmlns:a16="http://schemas.microsoft.com/office/drawing/2014/main" id="{1F36C2C7-69E8-1DF2-894F-4B2CB02D3D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52" name="Line 482">
                  <a:extLst>
                    <a:ext uri="{FF2B5EF4-FFF2-40B4-BE49-F238E27FC236}">
                      <a16:creationId xmlns:a16="http://schemas.microsoft.com/office/drawing/2014/main" id="{F8297C47-5AC0-1CF6-E148-9F6E50ECB8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53" name="Line 483">
                  <a:extLst>
                    <a:ext uri="{FF2B5EF4-FFF2-40B4-BE49-F238E27FC236}">
                      <a16:creationId xmlns:a16="http://schemas.microsoft.com/office/drawing/2014/main" id="{DB4816BB-B49E-BF2E-3F6F-67B886E874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9C58ED0F-0FD0-82BC-38CB-FD3B3AD287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1D15D003-E314-0707-F1E6-93150A3E59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01A287FC-3AFE-B609-13BC-03769CC90FCA}"/>
                  </a:ext>
                </a:extLst>
              </p:cNvPr>
              <p:cNvGrpSpPr/>
              <p:nvPr/>
            </p:nvGrpSpPr>
            <p:grpSpPr>
              <a:xfrm rot="5400000">
                <a:off x="10406838" y="1838626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80346881-1635-D5AC-9DB4-DFAA823F202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138" name="Arc 137">
                    <a:extLst>
                      <a:ext uri="{FF2B5EF4-FFF2-40B4-BE49-F238E27FC236}">
                        <a16:creationId xmlns:a16="http://schemas.microsoft.com/office/drawing/2014/main" id="{2D262070-13ED-7776-B6EA-A3D4183AFA99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39" name="Arc 138">
                    <a:extLst>
                      <a:ext uri="{FF2B5EF4-FFF2-40B4-BE49-F238E27FC236}">
                        <a16:creationId xmlns:a16="http://schemas.microsoft.com/office/drawing/2014/main" id="{0998228D-8624-41D2-3610-EA633486E025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40" name="Arc 139">
                    <a:extLst>
                      <a:ext uri="{FF2B5EF4-FFF2-40B4-BE49-F238E27FC236}">
                        <a16:creationId xmlns:a16="http://schemas.microsoft.com/office/drawing/2014/main" id="{737ED08D-2D2C-6A30-E6A5-1D5F8627C04E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41" name="Arc 140">
                    <a:extLst>
                      <a:ext uri="{FF2B5EF4-FFF2-40B4-BE49-F238E27FC236}">
                        <a16:creationId xmlns:a16="http://schemas.microsoft.com/office/drawing/2014/main" id="{187BB9DE-7DBD-E293-3C5E-F3486219BCE5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42" name="Arc 141">
                    <a:extLst>
                      <a:ext uri="{FF2B5EF4-FFF2-40B4-BE49-F238E27FC236}">
                        <a16:creationId xmlns:a16="http://schemas.microsoft.com/office/drawing/2014/main" id="{3816AE89-C3EA-7A91-D6B0-CF7BE9D016D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43" name="Arc 142">
                    <a:extLst>
                      <a:ext uri="{FF2B5EF4-FFF2-40B4-BE49-F238E27FC236}">
                        <a16:creationId xmlns:a16="http://schemas.microsoft.com/office/drawing/2014/main" id="{533D9185-205B-12FC-21FE-131D79B399D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44" name="Arc 143">
                    <a:extLst>
                      <a:ext uri="{FF2B5EF4-FFF2-40B4-BE49-F238E27FC236}">
                        <a16:creationId xmlns:a16="http://schemas.microsoft.com/office/drawing/2014/main" id="{A3A8737D-B0D6-5BBC-30EF-D2A7B21F77F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E83D3770-F68A-E26B-67D5-7C0B16DAEC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19491D3B-F34B-C7B2-ED3B-9EECB27D40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4BA1E6B2-1B62-E00D-99F8-501BA2D9F868}"/>
                  </a:ext>
                </a:extLst>
              </p:cNvPr>
              <p:cNvGrpSpPr/>
              <p:nvPr/>
            </p:nvGrpSpPr>
            <p:grpSpPr>
              <a:xfrm rot="5400000">
                <a:off x="9111560" y="1820972"/>
                <a:ext cx="242888" cy="1620001"/>
                <a:chOff x="7860988" y="3360701"/>
                <a:chExt cx="242888" cy="1620001"/>
              </a:xfrm>
            </p:grpSpPr>
            <p:sp>
              <p:nvSpPr>
                <p:cNvPr id="124" name="Line 475">
                  <a:extLst>
                    <a:ext uri="{FF2B5EF4-FFF2-40B4-BE49-F238E27FC236}">
                      <a16:creationId xmlns:a16="http://schemas.microsoft.com/office/drawing/2014/main" id="{40B47621-A974-14AB-3913-D0B2FD600E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25" name="Line 476">
                  <a:extLst>
                    <a:ext uri="{FF2B5EF4-FFF2-40B4-BE49-F238E27FC236}">
                      <a16:creationId xmlns:a16="http://schemas.microsoft.com/office/drawing/2014/main" id="{FE3D21D1-C8A4-9DA6-24F9-23C784970A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26" name="Line 477">
                  <a:extLst>
                    <a:ext uri="{FF2B5EF4-FFF2-40B4-BE49-F238E27FC236}">
                      <a16:creationId xmlns:a16="http://schemas.microsoft.com/office/drawing/2014/main" id="{8A2CE446-02AD-96F3-9B22-ED258A9840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27" name="Line 478">
                  <a:extLst>
                    <a:ext uri="{FF2B5EF4-FFF2-40B4-BE49-F238E27FC236}">
                      <a16:creationId xmlns:a16="http://schemas.microsoft.com/office/drawing/2014/main" id="{A46F856D-514B-F4CF-82D7-09E98CB57D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28" name="Line 479">
                  <a:extLst>
                    <a:ext uri="{FF2B5EF4-FFF2-40B4-BE49-F238E27FC236}">
                      <a16:creationId xmlns:a16="http://schemas.microsoft.com/office/drawing/2014/main" id="{2926BC81-A854-F31D-1C20-7E3B9B1B4C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29" name="Line 480">
                  <a:extLst>
                    <a:ext uri="{FF2B5EF4-FFF2-40B4-BE49-F238E27FC236}">
                      <a16:creationId xmlns:a16="http://schemas.microsoft.com/office/drawing/2014/main" id="{82C743CB-B6C6-16F9-C307-C3871A130A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30" name="Line 481">
                  <a:extLst>
                    <a:ext uri="{FF2B5EF4-FFF2-40B4-BE49-F238E27FC236}">
                      <a16:creationId xmlns:a16="http://schemas.microsoft.com/office/drawing/2014/main" id="{7419DC31-095D-CA68-A3DB-538FE00CD2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31" name="Line 482">
                  <a:extLst>
                    <a:ext uri="{FF2B5EF4-FFF2-40B4-BE49-F238E27FC236}">
                      <a16:creationId xmlns:a16="http://schemas.microsoft.com/office/drawing/2014/main" id="{FA5F9CF9-750E-C6BC-C5A0-8A40EA3271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32" name="Line 483">
                  <a:extLst>
                    <a:ext uri="{FF2B5EF4-FFF2-40B4-BE49-F238E27FC236}">
                      <a16:creationId xmlns:a16="http://schemas.microsoft.com/office/drawing/2014/main" id="{55F5F92C-D79E-7B36-AFAC-C47610ECD4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FAA474AE-80EF-D6E2-E986-1EE4BE2364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9948A2C9-1B3B-3D12-9AE2-1749149F39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2976587D-A627-02D2-44F4-623C8FAF4043}"/>
                  </a:ext>
                </a:extLst>
              </p:cNvPr>
              <p:cNvSpPr/>
              <p:nvPr/>
            </p:nvSpPr>
            <p:spPr>
              <a:xfrm>
                <a:off x="5447130" y="2575931"/>
                <a:ext cx="94340" cy="9419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DBF1D6A1-638E-99EB-A9B3-2A7B148D23AE}"/>
                  </a:ext>
                </a:extLst>
              </p:cNvPr>
              <p:cNvSpPr/>
              <p:nvPr/>
            </p:nvSpPr>
            <p:spPr>
              <a:xfrm>
                <a:off x="8380991" y="2575931"/>
                <a:ext cx="94340" cy="9419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5097C485-D718-6A12-AAAB-FB742C5AD95C}"/>
                  </a:ext>
                </a:extLst>
              </p:cNvPr>
              <p:cNvSpPr/>
              <p:nvPr/>
            </p:nvSpPr>
            <p:spPr>
              <a:xfrm>
                <a:off x="11314553" y="2578587"/>
                <a:ext cx="94340" cy="9419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17C0BCC-3052-BA37-A766-78C4DA38EB59}"/>
                </a:ext>
              </a:extLst>
            </p:cNvPr>
            <p:cNvGrpSpPr/>
            <p:nvPr/>
          </p:nvGrpSpPr>
          <p:grpSpPr>
            <a:xfrm>
              <a:off x="4980530" y="5507665"/>
              <a:ext cx="5961763" cy="306124"/>
              <a:chOff x="5447130" y="2491991"/>
              <a:chExt cx="5961763" cy="306124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8BB8DA05-F504-EEB0-CFC6-0CEBF4E26370}"/>
                  </a:ext>
                </a:extLst>
              </p:cNvPr>
              <p:cNvGrpSpPr/>
              <p:nvPr/>
            </p:nvGrpSpPr>
            <p:grpSpPr>
              <a:xfrm rot="5400000">
                <a:off x="7452737" y="1831479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0F5F8B1D-AFD6-E3A7-36DF-9020D4DCA42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110" name="Arc 109">
                    <a:extLst>
                      <a:ext uri="{FF2B5EF4-FFF2-40B4-BE49-F238E27FC236}">
                        <a16:creationId xmlns:a16="http://schemas.microsoft.com/office/drawing/2014/main" id="{479D8814-53FF-6819-9514-48FE2BF624DF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6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11" name="Arc 110">
                    <a:extLst>
                      <a:ext uri="{FF2B5EF4-FFF2-40B4-BE49-F238E27FC236}">
                        <a16:creationId xmlns:a16="http://schemas.microsoft.com/office/drawing/2014/main" id="{25834CC0-67C8-4523-99D3-608545AF46C0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6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12" name="Arc 111">
                    <a:extLst>
                      <a:ext uri="{FF2B5EF4-FFF2-40B4-BE49-F238E27FC236}">
                        <a16:creationId xmlns:a16="http://schemas.microsoft.com/office/drawing/2014/main" id="{D703AEB0-451F-9B7E-0875-6DA460FAA2AC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chemeClr val="accent6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13" name="Arc 112">
                    <a:extLst>
                      <a:ext uri="{FF2B5EF4-FFF2-40B4-BE49-F238E27FC236}">
                        <a16:creationId xmlns:a16="http://schemas.microsoft.com/office/drawing/2014/main" id="{AB9118A3-69E1-76B0-1D28-DD00B7E5F08D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chemeClr val="accent6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14" name="Arc 113">
                    <a:extLst>
                      <a:ext uri="{FF2B5EF4-FFF2-40B4-BE49-F238E27FC236}">
                        <a16:creationId xmlns:a16="http://schemas.microsoft.com/office/drawing/2014/main" id="{68F890E1-CDA8-44BF-E97C-DA59E2B6E6C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6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15" name="Arc 114">
                    <a:extLst>
                      <a:ext uri="{FF2B5EF4-FFF2-40B4-BE49-F238E27FC236}">
                        <a16:creationId xmlns:a16="http://schemas.microsoft.com/office/drawing/2014/main" id="{EB822F04-E274-C65D-3458-621BDD43AF4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6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116" name="Arc 115">
                    <a:extLst>
                      <a:ext uri="{FF2B5EF4-FFF2-40B4-BE49-F238E27FC236}">
                        <a16:creationId xmlns:a16="http://schemas.microsoft.com/office/drawing/2014/main" id="{FD47B7F9-F41B-6EC8-9BFE-3845BA6CD11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6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CEA29B47-7460-D498-EF8D-4C20AC25F4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6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F88632AF-AC9E-8FCB-21B6-DEBD76A3CE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6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E1CFB8DC-841B-B81E-55B4-1CA1D083F71E}"/>
                  </a:ext>
                </a:extLst>
              </p:cNvPr>
              <p:cNvGrpSpPr/>
              <p:nvPr/>
            </p:nvGrpSpPr>
            <p:grpSpPr>
              <a:xfrm rot="5400000">
                <a:off x="6157459" y="1813825"/>
                <a:ext cx="242888" cy="1620001"/>
                <a:chOff x="7860988" y="3360701"/>
                <a:chExt cx="242888" cy="1620001"/>
              </a:xfrm>
            </p:grpSpPr>
            <p:sp>
              <p:nvSpPr>
                <p:cNvPr id="96" name="Line 475">
                  <a:extLst>
                    <a:ext uri="{FF2B5EF4-FFF2-40B4-BE49-F238E27FC236}">
                      <a16:creationId xmlns:a16="http://schemas.microsoft.com/office/drawing/2014/main" id="{16BE4E1A-82BF-ED75-7166-0B80B5A345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97" name="Line 476">
                  <a:extLst>
                    <a:ext uri="{FF2B5EF4-FFF2-40B4-BE49-F238E27FC236}">
                      <a16:creationId xmlns:a16="http://schemas.microsoft.com/office/drawing/2014/main" id="{9F0F3BCF-22FB-DE8D-1E9A-750EF2922C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98" name="Line 477">
                  <a:extLst>
                    <a:ext uri="{FF2B5EF4-FFF2-40B4-BE49-F238E27FC236}">
                      <a16:creationId xmlns:a16="http://schemas.microsoft.com/office/drawing/2014/main" id="{5ED98714-82CE-4248-16D0-5227094B2B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99" name="Line 478">
                  <a:extLst>
                    <a:ext uri="{FF2B5EF4-FFF2-40B4-BE49-F238E27FC236}">
                      <a16:creationId xmlns:a16="http://schemas.microsoft.com/office/drawing/2014/main" id="{83D3F0AA-E980-9FAF-80A7-560714D2FD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00" name="Line 479">
                  <a:extLst>
                    <a:ext uri="{FF2B5EF4-FFF2-40B4-BE49-F238E27FC236}">
                      <a16:creationId xmlns:a16="http://schemas.microsoft.com/office/drawing/2014/main" id="{44FA389F-5340-4913-3A0D-BA34AF0B19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01" name="Line 480">
                  <a:extLst>
                    <a:ext uri="{FF2B5EF4-FFF2-40B4-BE49-F238E27FC236}">
                      <a16:creationId xmlns:a16="http://schemas.microsoft.com/office/drawing/2014/main" id="{87F00BC0-8FE0-1113-D025-2C3DA66FFA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02" name="Line 481">
                  <a:extLst>
                    <a:ext uri="{FF2B5EF4-FFF2-40B4-BE49-F238E27FC236}">
                      <a16:creationId xmlns:a16="http://schemas.microsoft.com/office/drawing/2014/main" id="{DBB07E2C-327A-6B38-815B-B7440FBEB7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03" name="Line 482">
                  <a:extLst>
                    <a:ext uri="{FF2B5EF4-FFF2-40B4-BE49-F238E27FC236}">
                      <a16:creationId xmlns:a16="http://schemas.microsoft.com/office/drawing/2014/main" id="{8135C100-E744-3B0D-13A9-6B9C13F21F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04" name="Line 483">
                  <a:extLst>
                    <a:ext uri="{FF2B5EF4-FFF2-40B4-BE49-F238E27FC236}">
                      <a16:creationId xmlns:a16="http://schemas.microsoft.com/office/drawing/2014/main" id="{7DF613BE-4172-37A3-68E5-1D3F38CE91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37B330ED-E963-128B-F54C-ACA163309E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6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58B9C9A8-50B9-51EB-7939-3E8C1820C7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6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F97630EE-5699-EE92-195D-A61B6CD538E3}"/>
                  </a:ext>
                </a:extLst>
              </p:cNvPr>
              <p:cNvGrpSpPr/>
              <p:nvPr/>
            </p:nvGrpSpPr>
            <p:grpSpPr>
              <a:xfrm rot="5400000">
                <a:off x="10406838" y="1838626"/>
                <a:ext cx="298977" cy="1620001"/>
                <a:chOff x="7453879" y="3360701"/>
                <a:chExt cx="298977" cy="1620001"/>
              </a:xfrm>
            </p:grpSpPr>
            <p:grpSp>
              <p:nvGrpSpPr>
                <p:cNvPr id="86" name="Group 85">
                  <a:extLst>
                    <a:ext uri="{FF2B5EF4-FFF2-40B4-BE49-F238E27FC236}">
                      <a16:creationId xmlns:a16="http://schemas.microsoft.com/office/drawing/2014/main" id="{9F17B822-129C-35BC-DB84-D44E2F5AA88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 rot="16200000">
                  <a:off x="7333368" y="4021213"/>
                  <a:ext cx="540000" cy="298977"/>
                  <a:chOff x="2887363" y="5330087"/>
                  <a:chExt cx="1799966" cy="996572"/>
                </a:xfrm>
              </p:grpSpPr>
              <p:sp>
                <p:nvSpPr>
                  <p:cNvPr id="89" name="Arc 88">
                    <a:extLst>
                      <a:ext uri="{FF2B5EF4-FFF2-40B4-BE49-F238E27FC236}">
                        <a16:creationId xmlns:a16="http://schemas.microsoft.com/office/drawing/2014/main" id="{D89667AF-49BE-3D30-B74D-A2EB8A235B11}"/>
                      </a:ext>
                    </a:extLst>
                  </p:cNvPr>
                  <p:cNvSpPr/>
                  <p:nvPr/>
                </p:nvSpPr>
                <p:spPr>
                  <a:xfrm>
                    <a:off x="3270422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6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90" name="Arc 89">
                    <a:extLst>
                      <a:ext uri="{FF2B5EF4-FFF2-40B4-BE49-F238E27FC236}">
                        <a16:creationId xmlns:a16="http://schemas.microsoft.com/office/drawing/2014/main" id="{9FDBB4E5-1548-1DDB-FCBC-36F4E6F3F39C}"/>
                      </a:ext>
                    </a:extLst>
                  </p:cNvPr>
                  <p:cNvSpPr/>
                  <p:nvPr/>
                </p:nvSpPr>
                <p:spPr>
                  <a:xfrm>
                    <a:off x="3653481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6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91" name="Arc 90">
                    <a:extLst>
                      <a:ext uri="{FF2B5EF4-FFF2-40B4-BE49-F238E27FC236}">
                        <a16:creationId xmlns:a16="http://schemas.microsoft.com/office/drawing/2014/main" id="{AF2BFA57-7308-8D9D-EDD3-6F1146C12DFB}"/>
                      </a:ext>
                    </a:extLst>
                  </p:cNvPr>
                  <p:cNvSpPr/>
                  <p:nvPr/>
                </p:nvSpPr>
                <p:spPr>
                  <a:xfrm>
                    <a:off x="4036540" y="5330087"/>
                    <a:ext cx="650789" cy="996572"/>
                  </a:xfrm>
                  <a:prstGeom prst="arc">
                    <a:avLst>
                      <a:gd name="adj1" fmla="val 10790216"/>
                      <a:gd name="adj2" fmla="val 21038836"/>
                    </a:avLst>
                  </a:prstGeom>
                  <a:ln w="25400" cap="rnd">
                    <a:solidFill>
                      <a:schemeClr val="accent6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92" name="Arc 91">
                    <a:extLst>
                      <a:ext uri="{FF2B5EF4-FFF2-40B4-BE49-F238E27FC236}">
                        <a16:creationId xmlns:a16="http://schemas.microsoft.com/office/drawing/2014/main" id="{D073F9BF-008F-48AD-249A-3D2338AB7FA9}"/>
                      </a:ext>
                    </a:extLst>
                  </p:cNvPr>
                  <p:cNvSpPr/>
                  <p:nvPr/>
                </p:nvSpPr>
                <p:spPr>
                  <a:xfrm>
                    <a:off x="2887363" y="5330087"/>
                    <a:ext cx="650789" cy="996572"/>
                  </a:xfrm>
                  <a:prstGeom prst="arc">
                    <a:avLst>
                      <a:gd name="adj1" fmla="val 11355569"/>
                      <a:gd name="adj2" fmla="val 71171"/>
                    </a:avLst>
                  </a:prstGeom>
                  <a:ln w="25400" cap="rnd">
                    <a:solidFill>
                      <a:schemeClr val="accent6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93" name="Arc 92">
                    <a:extLst>
                      <a:ext uri="{FF2B5EF4-FFF2-40B4-BE49-F238E27FC236}">
                        <a16:creationId xmlns:a16="http://schemas.microsoft.com/office/drawing/2014/main" id="{04059384-BF6D-1DDE-91C9-5F7C1EED831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53481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6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94" name="Arc 93">
                    <a:extLst>
                      <a:ext uri="{FF2B5EF4-FFF2-40B4-BE49-F238E27FC236}">
                        <a16:creationId xmlns:a16="http://schemas.microsoft.com/office/drawing/2014/main" id="{2596C129-7CC2-3AC4-F675-CADDBFD31A93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4036130" y="5454662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6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  <p:sp>
                <p:nvSpPr>
                  <p:cNvPr id="95" name="Arc 94">
                    <a:extLst>
                      <a:ext uri="{FF2B5EF4-FFF2-40B4-BE49-F238E27FC236}">
                        <a16:creationId xmlns:a16="http://schemas.microsoft.com/office/drawing/2014/main" id="{14BED753-3977-0565-4751-C65D4295603C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270011" y="5454663"/>
                    <a:ext cx="268140" cy="747420"/>
                  </a:xfrm>
                  <a:prstGeom prst="arc">
                    <a:avLst>
                      <a:gd name="adj1" fmla="val 10790216"/>
                      <a:gd name="adj2" fmla="val 71171"/>
                    </a:avLst>
                  </a:prstGeom>
                  <a:ln w="25400" cap="rnd">
                    <a:solidFill>
                      <a:schemeClr val="accent6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T"/>
                  </a:p>
                </p:txBody>
              </p:sp>
            </p:grp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48581CFA-275D-815F-C85E-01E965C87C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99383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6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4EBB793C-EB71-DD96-41E3-3E816D9E8B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89917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6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6C1F9D5D-704F-90AD-0D08-0B97BF948DA2}"/>
                  </a:ext>
                </a:extLst>
              </p:cNvPr>
              <p:cNvGrpSpPr/>
              <p:nvPr/>
            </p:nvGrpSpPr>
            <p:grpSpPr>
              <a:xfrm rot="5400000">
                <a:off x="9111560" y="1820972"/>
                <a:ext cx="242888" cy="1620001"/>
                <a:chOff x="7860988" y="3360701"/>
                <a:chExt cx="242888" cy="1620001"/>
              </a:xfrm>
            </p:grpSpPr>
            <p:sp>
              <p:nvSpPr>
                <p:cNvPr id="75" name="Line 475">
                  <a:extLst>
                    <a:ext uri="{FF2B5EF4-FFF2-40B4-BE49-F238E27FC236}">
                      <a16:creationId xmlns:a16="http://schemas.microsoft.com/office/drawing/2014/main" id="{DBD571B9-BF18-F811-BFDC-9A090FF3EB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76" name="Line 476">
                  <a:extLst>
                    <a:ext uri="{FF2B5EF4-FFF2-40B4-BE49-F238E27FC236}">
                      <a16:creationId xmlns:a16="http://schemas.microsoft.com/office/drawing/2014/main" id="{6D97768D-9D2C-1242-7527-B114367BAB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77" name="Line 477">
                  <a:extLst>
                    <a:ext uri="{FF2B5EF4-FFF2-40B4-BE49-F238E27FC236}">
                      <a16:creationId xmlns:a16="http://schemas.microsoft.com/office/drawing/2014/main" id="{8C3EB610-8802-86E2-01BE-8B82DD3DE2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78" name="Line 478">
                  <a:extLst>
                    <a:ext uri="{FF2B5EF4-FFF2-40B4-BE49-F238E27FC236}">
                      <a16:creationId xmlns:a16="http://schemas.microsoft.com/office/drawing/2014/main" id="{BA4B2407-8B77-1BBE-41E7-09B73DD427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79" name="Line 479">
                  <a:extLst>
                    <a:ext uri="{FF2B5EF4-FFF2-40B4-BE49-F238E27FC236}">
                      <a16:creationId xmlns:a16="http://schemas.microsoft.com/office/drawing/2014/main" id="{19A90EBB-6290-F3DA-6920-C699DFABD9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80" name="Line 480">
                  <a:extLst>
                    <a:ext uri="{FF2B5EF4-FFF2-40B4-BE49-F238E27FC236}">
                      <a16:creationId xmlns:a16="http://schemas.microsoft.com/office/drawing/2014/main" id="{D86C4D12-1D60-CC12-AA90-FA6ED8715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81" name="Line 481">
                  <a:extLst>
                    <a:ext uri="{FF2B5EF4-FFF2-40B4-BE49-F238E27FC236}">
                      <a16:creationId xmlns:a16="http://schemas.microsoft.com/office/drawing/2014/main" id="{17C084FE-C2BF-BD8F-3362-27E7AD1A11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82" name="Line 482">
                  <a:extLst>
                    <a:ext uri="{FF2B5EF4-FFF2-40B4-BE49-F238E27FC236}">
                      <a16:creationId xmlns:a16="http://schemas.microsoft.com/office/drawing/2014/main" id="{04317380-05A1-6F92-3E36-AD8F8C905F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83" name="Line 483">
                  <a:extLst>
                    <a:ext uri="{FF2B5EF4-FFF2-40B4-BE49-F238E27FC236}">
                      <a16:creationId xmlns:a16="http://schemas.microsoft.com/office/drawing/2014/main" id="{7E245D5E-81E1-6019-642C-F77414D6D2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chemeClr val="accent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ABDFFC85-9C11-93F6-8484-E9588377CC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92829" y="3360701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6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834283E4-8EA9-6BA7-5B5A-0E79DAAB9D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81637" y="4440702"/>
                  <a:ext cx="0" cy="540000"/>
                </a:xfrm>
                <a:prstGeom prst="line">
                  <a:avLst/>
                </a:prstGeom>
                <a:ln cap="rnd">
                  <a:solidFill>
                    <a:schemeClr val="accent6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BCF2962B-86C9-007B-2EA4-6E530FE7BBC2}"/>
                  </a:ext>
                </a:extLst>
              </p:cNvPr>
              <p:cNvSpPr/>
              <p:nvPr/>
            </p:nvSpPr>
            <p:spPr>
              <a:xfrm>
                <a:off x="5447130" y="2575931"/>
                <a:ext cx="94340" cy="94199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51F713CA-E338-8F85-EBFE-38E5D849550E}"/>
                  </a:ext>
                </a:extLst>
              </p:cNvPr>
              <p:cNvSpPr/>
              <p:nvPr/>
            </p:nvSpPr>
            <p:spPr>
              <a:xfrm>
                <a:off x="8380991" y="2575931"/>
                <a:ext cx="94340" cy="94199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61567071-6CAC-FA97-0CAB-43CB64ACFA70}"/>
                  </a:ext>
                </a:extLst>
              </p:cNvPr>
              <p:cNvSpPr/>
              <p:nvPr/>
            </p:nvSpPr>
            <p:spPr>
              <a:xfrm>
                <a:off x="11314553" y="2578587"/>
                <a:ext cx="94340" cy="94199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02" name="Group 601">
            <a:extLst>
              <a:ext uri="{FF2B5EF4-FFF2-40B4-BE49-F238E27FC236}">
                <a16:creationId xmlns:a16="http://schemas.microsoft.com/office/drawing/2014/main" id="{2368E97D-6845-6538-1A43-F0E763B3EB1F}"/>
              </a:ext>
            </a:extLst>
          </p:cNvPr>
          <p:cNvGrpSpPr/>
          <p:nvPr/>
        </p:nvGrpSpPr>
        <p:grpSpPr>
          <a:xfrm>
            <a:off x="1676400" y="2268415"/>
            <a:ext cx="2186355" cy="1436775"/>
            <a:chOff x="1676400" y="2268415"/>
            <a:chExt cx="2186355" cy="1436775"/>
          </a:xfrm>
        </p:grpSpPr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1B5E02C1-DCB6-E2D5-24C7-E5DCF3D5ABB6}"/>
                </a:ext>
              </a:extLst>
            </p:cNvPr>
            <p:cNvSpPr/>
            <p:nvPr/>
          </p:nvSpPr>
          <p:spPr>
            <a:xfrm>
              <a:off x="1676400" y="2508738"/>
              <a:ext cx="750277" cy="627185"/>
            </a:xfrm>
            <a:custGeom>
              <a:avLst/>
              <a:gdLst>
                <a:gd name="connsiteX0" fmla="*/ 357554 w 750277"/>
                <a:gd name="connsiteY0" fmla="*/ 627185 h 627185"/>
                <a:gd name="connsiteX1" fmla="*/ 738554 w 750277"/>
                <a:gd name="connsiteY1" fmla="*/ 457200 h 627185"/>
                <a:gd name="connsiteX2" fmla="*/ 750277 w 750277"/>
                <a:gd name="connsiteY2" fmla="*/ 0 h 627185"/>
                <a:gd name="connsiteX3" fmla="*/ 0 w 750277"/>
                <a:gd name="connsiteY3" fmla="*/ 369277 h 627185"/>
                <a:gd name="connsiteX4" fmla="*/ 357554 w 750277"/>
                <a:gd name="connsiteY4" fmla="*/ 627185 h 6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277" h="627185">
                  <a:moveTo>
                    <a:pt x="357554" y="627185"/>
                  </a:moveTo>
                  <a:lnTo>
                    <a:pt x="738554" y="457200"/>
                  </a:lnTo>
                  <a:lnTo>
                    <a:pt x="750277" y="0"/>
                  </a:lnTo>
                  <a:lnTo>
                    <a:pt x="0" y="369277"/>
                  </a:lnTo>
                  <a:lnTo>
                    <a:pt x="357554" y="627185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47F6AE83-4C22-318F-4FC9-EAE28D3D8FC3}"/>
                </a:ext>
              </a:extLst>
            </p:cNvPr>
            <p:cNvSpPr/>
            <p:nvPr/>
          </p:nvSpPr>
          <p:spPr>
            <a:xfrm>
              <a:off x="3105483" y="2573215"/>
              <a:ext cx="757272" cy="697523"/>
            </a:xfrm>
            <a:custGeom>
              <a:avLst/>
              <a:gdLst>
                <a:gd name="connsiteX0" fmla="*/ 0 w 750277"/>
                <a:gd name="connsiteY0" fmla="*/ 439616 h 697523"/>
                <a:gd name="connsiteX1" fmla="*/ 328246 w 750277"/>
                <a:gd name="connsiteY1" fmla="*/ 697523 h 697523"/>
                <a:gd name="connsiteX2" fmla="*/ 750277 w 750277"/>
                <a:gd name="connsiteY2" fmla="*/ 498231 h 697523"/>
                <a:gd name="connsiteX3" fmla="*/ 52754 w 750277"/>
                <a:gd name="connsiteY3" fmla="*/ 0 h 697523"/>
                <a:gd name="connsiteX4" fmla="*/ 0 w 750277"/>
                <a:gd name="connsiteY4" fmla="*/ 439616 h 697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277" h="697523">
                  <a:moveTo>
                    <a:pt x="0" y="439616"/>
                  </a:moveTo>
                  <a:lnTo>
                    <a:pt x="328246" y="697523"/>
                  </a:lnTo>
                  <a:lnTo>
                    <a:pt x="750277" y="498231"/>
                  </a:lnTo>
                  <a:lnTo>
                    <a:pt x="52754" y="0"/>
                  </a:lnTo>
                  <a:lnTo>
                    <a:pt x="0" y="439616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6F4CFEFB-E7EB-276E-923A-623AFE86816E}"/>
                </a:ext>
              </a:extLst>
            </p:cNvPr>
            <p:cNvSpPr/>
            <p:nvPr/>
          </p:nvSpPr>
          <p:spPr>
            <a:xfrm>
              <a:off x="2444262" y="2268415"/>
              <a:ext cx="744415" cy="287216"/>
            </a:xfrm>
            <a:custGeom>
              <a:avLst/>
              <a:gdLst>
                <a:gd name="connsiteX0" fmla="*/ 0 w 744415"/>
                <a:gd name="connsiteY0" fmla="*/ 29308 h 287216"/>
                <a:gd name="connsiteX1" fmla="*/ 0 w 744415"/>
                <a:gd name="connsiteY1" fmla="*/ 234462 h 287216"/>
                <a:gd name="connsiteX2" fmla="*/ 703384 w 744415"/>
                <a:gd name="connsiteY2" fmla="*/ 287216 h 287216"/>
                <a:gd name="connsiteX3" fmla="*/ 744415 w 744415"/>
                <a:gd name="connsiteY3" fmla="*/ 93785 h 287216"/>
                <a:gd name="connsiteX4" fmla="*/ 527538 w 744415"/>
                <a:gd name="connsiteY4" fmla="*/ 29308 h 287216"/>
                <a:gd name="connsiteX5" fmla="*/ 293076 w 744415"/>
                <a:gd name="connsiteY5" fmla="*/ 0 h 287216"/>
                <a:gd name="connsiteX6" fmla="*/ 105507 w 744415"/>
                <a:gd name="connsiteY6" fmla="*/ 11723 h 287216"/>
                <a:gd name="connsiteX7" fmla="*/ 0 w 744415"/>
                <a:gd name="connsiteY7" fmla="*/ 29308 h 28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4415" h="287216">
                  <a:moveTo>
                    <a:pt x="0" y="29308"/>
                  </a:moveTo>
                  <a:lnTo>
                    <a:pt x="0" y="234462"/>
                  </a:lnTo>
                  <a:lnTo>
                    <a:pt x="703384" y="287216"/>
                  </a:lnTo>
                  <a:lnTo>
                    <a:pt x="744415" y="93785"/>
                  </a:lnTo>
                  <a:lnTo>
                    <a:pt x="527538" y="29308"/>
                  </a:lnTo>
                  <a:lnTo>
                    <a:pt x="293076" y="0"/>
                  </a:lnTo>
                  <a:lnTo>
                    <a:pt x="105507" y="11723"/>
                  </a:lnTo>
                  <a:lnTo>
                    <a:pt x="0" y="29308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0CC41758-4656-8702-E3CA-4C099F4FB44E}"/>
                </a:ext>
              </a:extLst>
            </p:cNvPr>
            <p:cNvSpPr/>
            <p:nvPr/>
          </p:nvSpPr>
          <p:spPr>
            <a:xfrm>
              <a:off x="2423670" y="2967551"/>
              <a:ext cx="666254" cy="737639"/>
            </a:xfrm>
            <a:custGeom>
              <a:avLst/>
              <a:gdLst>
                <a:gd name="connsiteX0" fmla="*/ 0 w 666254"/>
                <a:gd name="connsiteY0" fmla="*/ 0 h 737639"/>
                <a:gd name="connsiteX1" fmla="*/ 163164 w 666254"/>
                <a:gd name="connsiteY1" fmla="*/ 720642 h 737639"/>
                <a:gd name="connsiteX2" fmla="*/ 258343 w 666254"/>
                <a:gd name="connsiteY2" fmla="*/ 720642 h 737639"/>
                <a:gd name="connsiteX3" fmla="*/ 363720 w 666254"/>
                <a:gd name="connsiteY3" fmla="*/ 737639 h 737639"/>
                <a:gd name="connsiteX4" fmla="*/ 666254 w 666254"/>
                <a:gd name="connsiteY4" fmla="*/ 54388 h 737639"/>
                <a:gd name="connsiteX5" fmla="*/ 0 w 666254"/>
                <a:gd name="connsiteY5" fmla="*/ 0 h 737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6254" h="737639">
                  <a:moveTo>
                    <a:pt x="0" y="0"/>
                  </a:moveTo>
                  <a:lnTo>
                    <a:pt x="163164" y="720642"/>
                  </a:lnTo>
                  <a:lnTo>
                    <a:pt x="258343" y="720642"/>
                  </a:lnTo>
                  <a:lnTo>
                    <a:pt x="363720" y="737639"/>
                  </a:lnTo>
                  <a:lnTo>
                    <a:pt x="666254" y="543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alpha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7" name="Group 606">
            <a:extLst>
              <a:ext uri="{FF2B5EF4-FFF2-40B4-BE49-F238E27FC236}">
                <a16:creationId xmlns:a16="http://schemas.microsoft.com/office/drawing/2014/main" id="{D8D7F82C-4782-8FF8-84BC-7BEE95A7E9B6}"/>
              </a:ext>
            </a:extLst>
          </p:cNvPr>
          <p:cNvGrpSpPr/>
          <p:nvPr/>
        </p:nvGrpSpPr>
        <p:grpSpPr>
          <a:xfrm>
            <a:off x="1934352" y="2318536"/>
            <a:ext cx="1602779" cy="1097439"/>
            <a:chOff x="1934352" y="2318536"/>
            <a:chExt cx="1602779" cy="1097439"/>
          </a:xfrm>
        </p:grpSpPr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3D46874A-A76B-D4C6-68C1-2DF2733241D0}"/>
                </a:ext>
              </a:extLst>
            </p:cNvPr>
            <p:cNvGrpSpPr/>
            <p:nvPr/>
          </p:nvGrpSpPr>
          <p:grpSpPr>
            <a:xfrm>
              <a:off x="1986184" y="2363081"/>
              <a:ext cx="1550947" cy="1052894"/>
              <a:chOff x="1986184" y="2363081"/>
              <a:chExt cx="1550947" cy="1052894"/>
            </a:xfrm>
          </p:grpSpPr>
          <p:grpSp>
            <p:nvGrpSpPr>
              <p:cNvPr id="511" name="Group 510">
                <a:extLst>
                  <a:ext uri="{FF2B5EF4-FFF2-40B4-BE49-F238E27FC236}">
                    <a16:creationId xmlns:a16="http://schemas.microsoft.com/office/drawing/2014/main" id="{D0E3B3AA-3CE6-2512-C8E3-4DBEA0BDBE6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4587748">
                <a:off x="2291767" y="2415817"/>
                <a:ext cx="168542" cy="779707"/>
                <a:chOff x="7860988" y="3679508"/>
                <a:chExt cx="242888" cy="998509"/>
              </a:xfrm>
            </p:grpSpPr>
            <p:sp>
              <p:nvSpPr>
                <p:cNvPr id="548" name="Line 475">
                  <a:extLst>
                    <a:ext uri="{FF2B5EF4-FFF2-40B4-BE49-F238E27FC236}">
                      <a16:creationId xmlns:a16="http://schemas.microsoft.com/office/drawing/2014/main" id="{6EFE8199-6E68-7056-D4AF-7B940C560C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49" name="Line 476">
                  <a:extLst>
                    <a:ext uri="{FF2B5EF4-FFF2-40B4-BE49-F238E27FC236}">
                      <a16:creationId xmlns:a16="http://schemas.microsoft.com/office/drawing/2014/main" id="{469E78B1-11FD-09DF-7C49-9822FA895D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50" name="Line 477">
                  <a:extLst>
                    <a:ext uri="{FF2B5EF4-FFF2-40B4-BE49-F238E27FC236}">
                      <a16:creationId xmlns:a16="http://schemas.microsoft.com/office/drawing/2014/main" id="{E1DBE617-467E-9104-4A7C-FDE6FBB943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51" name="Line 478">
                  <a:extLst>
                    <a:ext uri="{FF2B5EF4-FFF2-40B4-BE49-F238E27FC236}">
                      <a16:creationId xmlns:a16="http://schemas.microsoft.com/office/drawing/2014/main" id="{4D69F788-375E-6B2E-20AC-646E20B84D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52" name="Line 479">
                  <a:extLst>
                    <a:ext uri="{FF2B5EF4-FFF2-40B4-BE49-F238E27FC236}">
                      <a16:creationId xmlns:a16="http://schemas.microsoft.com/office/drawing/2014/main" id="{D0D9ABF4-3634-58BE-7F37-AE0E91E3F5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53" name="Line 480">
                  <a:extLst>
                    <a:ext uri="{FF2B5EF4-FFF2-40B4-BE49-F238E27FC236}">
                      <a16:creationId xmlns:a16="http://schemas.microsoft.com/office/drawing/2014/main" id="{1EB8BBBD-91FA-4D77-A2EC-8FF62815D5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54" name="Line 481">
                  <a:extLst>
                    <a:ext uri="{FF2B5EF4-FFF2-40B4-BE49-F238E27FC236}">
                      <a16:creationId xmlns:a16="http://schemas.microsoft.com/office/drawing/2014/main" id="{B03A3907-6078-5801-7F66-3F1B76F2E6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55" name="Line 482">
                  <a:extLst>
                    <a:ext uri="{FF2B5EF4-FFF2-40B4-BE49-F238E27FC236}">
                      <a16:creationId xmlns:a16="http://schemas.microsoft.com/office/drawing/2014/main" id="{6DCF88EC-E9F8-4864-26C4-8413079C76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56" name="Line 483">
                  <a:extLst>
                    <a:ext uri="{FF2B5EF4-FFF2-40B4-BE49-F238E27FC236}">
                      <a16:creationId xmlns:a16="http://schemas.microsoft.com/office/drawing/2014/main" id="{44970A37-6DBB-B86A-6DF7-A65003A491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557" name="Straight Connector 556">
                  <a:extLst>
                    <a:ext uri="{FF2B5EF4-FFF2-40B4-BE49-F238E27FC236}">
                      <a16:creationId xmlns:a16="http://schemas.microsoft.com/office/drawing/2014/main" id="{5E563124-097A-3F34-E00E-49A9CAB310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881386" y="3789257"/>
                  <a:ext cx="221194" cy="1695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8" name="Straight Connector 557">
                  <a:extLst>
                    <a:ext uri="{FF2B5EF4-FFF2-40B4-BE49-F238E27FC236}">
                      <a16:creationId xmlns:a16="http://schemas.microsoft.com/office/drawing/2014/main" id="{9FAB6E43-BC53-1965-ADF2-BF7D4F1121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862978" y="4559359"/>
                  <a:ext cx="237315" cy="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2" name="Group 561">
                <a:extLst>
                  <a:ext uri="{FF2B5EF4-FFF2-40B4-BE49-F238E27FC236}">
                    <a16:creationId xmlns:a16="http://schemas.microsoft.com/office/drawing/2014/main" id="{46CC120F-B86F-9A19-B162-E542CA0F5BB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6835657">
                <a:off x="3063007" y="2489336"/>
                <a:ext cx="168542" cy="779707"/>
                <a:chOff x="7860988" y="3679508"/>
                <a:chExt cx="242888" cy="998509"/>
              </a:xfrm>
            </p:grpSpPr>
            <p:sp>
              <p:nvSpPr>
                <p:cNvPr id="563" name="Line 475">
                  <a:extLst>
                    <a:ext uri="{FF2B5EF4-FFF2-40B4-BE49-F238E27FC236}">
                      <a16:creationId xmlns:a16="http://schemas.microsoft.com/office/drawing/2014/main" id="{C06AB836-4E82-1C9C-9940-934B857F16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64" name="Line 476">
                  <a:extLst>
                    <a:ext uri="{FF2B5EF4-FFF2-40B4-BE49-F238E27FC236}">
                      <a16:creationId xmlns:a16="http://schemas.microsoft.com/office/drawing/2014/main" id="{493C2577-3870-44D6-33EE-25ADB21DFA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65" name="Line 477">
                  <a:extLst>
                    <a:ext uri="{FF2B5EF4-FFF2-40B4-BE49-F238E27FC236}">
                      <a16:creationId xmlns:a16="http://schemas.microsoft.com/office/drawing/2014/main" id="{60BC585F-9C84-8D71-0D83-82B10D014A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66" name="Line 478">
                  <a:extLst>
                    <a:ext uri="{FF2B5EF4-FFF2-40B4-BE49-F238E27FC236}">
                      <a16:creationId xmlns:a16="http://schemas.microsoft.com/office/drawing/2014/main" id="{608AA8F0-226A-75DF-A3BC-D00FBA09A3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67" name="Line 479">
                  <a:extLst>
                    <a:ext uri="{FF2B5EF4-FFF2-40B4-BE49-F238E27FC236}">
                      <a16:creationId xmlns:a16="http://schemas.microsoft.com/office/drawing/2014/main" id="{450D78C2-1044-931F-C64D-1C8F6B59DD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68" name="Line 480">
                  <a:extLst>
                    <a:ext uri="{FF2B5EF4-FFF2-40B4-BE49-F238E27FC236}">
                      <a16:creationId xmlns:a16="http://schemas.microsoft.com/office/drawing/2014/main" id="{27280128-3D58-C6E9-D49A-14C17C76C4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69" name="Line 481">
                  <a:extLst>
                    <a:ext uri="{FF2B5EF4-FFF2-40B4-BE49-F238E27FC236}">
                      <a16:creationId xmlns:a16="http://schemas.microsoft.com/office/drawing/2014/main" id="{79DCDDAE-4CE0-25CF-9A12-EB6F39C3D5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70" name="Line 482">
                  <a:extLst>
                    <a:ext uri="{FF2B5EF4-FFF2-40B4-BE49-F238E27FC236}">
                      <a16:creationId xmlns:a16="http://schemas.microsoft.com/office/drawing/2014/main" id="{C3085945-6941-A4A3-F778-71AC397F6E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71" name="Line 483">
                  <a:extLst>
                    <a:ext uri="{FF2B5EF4-FFF2-40B4-BE49-F238E27FC236}">
                      <a16:creationId xmlns:a16="http://schemas.microsoft.com/office/drawing/2014/main" id="{7826AD2E-21C2-B37C-6BCB-68F8B7F2AC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572" name="Straight Connector 571">
                  <a:extLst>
                    <a:ext uri="{FF2B5EF4-FFF2-40B4-BE49-F238E27FC236}">
                      <a16:creationId xmlns:a16="http://schemas.microsoft.com/office/drawing/2014/main" id="{7762C156-CAB0-207E-35AF-7F42A5E4D2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881386" y="3789257"/>
                  <a:ext cx="221194" cy="1695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" name="Straight Connector 572">
                  <a:extLst>
                    <a:ext uri="{FF2B5EF4-FFF2-40B4-BE49-F238E27FC236}">
                      <a16:creationId xmlns:a16="http://schemas.microsoft.com/office/drawing/2014/main" id="{8D2270B5-54C7-56EA-7DC9-C8C87625C5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7862978" y="4559359"/>
                  <a:ext cx="237315" cy="1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4" name="Group 573">
                <a:extLst>
                  <a:ext uri="{FF2B5EF4-FFF2-40B4-BE49-F238E27FC236}">
                    <a16:creationId xmlns:a16="http://schemas.microsoft.com/office/drawing/2014/main" id="{9C211E89-F42C-4947-CE6D-C3F3CEF21EA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367862">
                <a:off x="2721445" y="2363081"/>
                <a:ext cx="168542" cy="344474"/>
                <a:chOff x="7860988" y="3789475"/>
                <a:chExt cx="242888" cy="802034"/>
              </a:xfrm>
            </p:grpSpPr>
            <p:sp>
              <p:nvSpPr>
                <p:cNvPr id="575" name="Line 475">
                  <a:extLst>
                    <a:ext uri="{FF2B5EF4-FFF2-40B4-BE49-F238E27FC236}">
                      <a16:creationId xmlns:a16="http://schemas.microsoft.com/office/drawing/2014/main" id="{59EA5B39-D3BE-E8CC-8BE0-1EA0BDBAE2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76" name="Line 476">
                  <a:extLst>
                    <a:ext uri="{FF2B5EF4-FFF2-40B4-BE49-F238E27FC236}">
                      <a16:creationId xmlns:a16="http://schemas.microsoft.com/office/drawing/2014/main" id="{06310E80-F31B-B1AE-5F50-69D8EC378C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77" name="Line 477">
                  <a:extLst>
                    <a:ext uri="{FF2B5EF4-FFF2-40B4-BE49-F238E27FC236}">
                      <a16:creationId xmlns:a16="http://schemas.microsoft.com/office/drawing/2014/main" id="{94BFAC63-26F2-5748-55F2-730C4FC82C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78" name="Line 478">
                  <a:extLst>
                    <a:ext uri="{FF2B5EF4-FFF2-40B4-BE49-F238E27FC236}">
                      <a16:creationId xmlns:a16="http://schemas.microsoft.com/office/drawing/2014/main" id="{66A78A58-61A6-A8D7-94D8-A54EA00BE1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79" name="Line 479">
                  <a:extLst>
                    <a:ext uri="{FF2B5EF4-FFF2-40B4-BE49-F238E27FC236}">
                      <a16:creationId xmlns:a16="http://schemas.microsoft.com/office/drawing/2014/main" id="{21679749-27FE-71F9-D5A1-C14998A986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80" name="Line 480">
                  <a:extLst>
                    <a:ext uri="{FF2B5EF4-FFF2-40B4-BE49-F238E27FC236}">
                      <a16:creationId xmlns:a16="http://schemas.microsoft.com/office/drawing/2014/main" id="{096D8F89-E6AD-2F72-15D9-69240B99E9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81" name="Line 481">
                  <a:extLst>
                    <a:ext uri="{FF2B5EF4-FFF2-40B4-BE49-F238E27FC236}">
                      <a16:creationId xmlns:a16="http://schemas.microsoft.com/office/drawing/2014/main" id="{6FB588E7-B85D-447A-A85E-B008978CA6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82" name="Line 482">
                  <a:extLst>
                    <a:ext uri="{FF2B5EF4-FFF2-40B4-BE49-F238E27FC236}">
                      <a16:creationId xmlns:a16="http://schemas.microsoft.com/office/drawing/2014/main" id="{C188C6D4-35A7-C586-F40D-99F7CF0DD9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83" name="Line 483">
                  <a:extLst>
                    <a:ext uri="{FF2B5EF4-FFF2-40B4-BE49-F238E27FC236}">
                      <a16:creationId xmlns:a16="http://schemas.microsoft.com/office/drawing/2014/main" id="{C049ECF0-1565-0A95-D11B-8203D173E3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584" name="Straight Connector 583">
                  <a:extLst>
                    <a:ext uri="{FF2B5EF4-FFF2-40B4-BE49-F238E27FC236}">
                      <a16:creationId xmlns:a16="http://schemas.microsoft.com/office/drawing/2014/main" id="{FEE47B19-4F2A-4089-899D-2E684ED912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232138" flipH="1">
                  <a:off x="7986127" y="3789475"/>
                  <a:ext cx="21075" cy="110542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5" name="Straight Connector 584">
                  <a:extLst>
                    <a:ext uri="{FF2B5EF4-FFF2-40B4-BE49-F238E27FC236}">
                      <a16:creationId xmlns:a16="http://schemas.microsoft.com/office/drawing/2014/main" id="{4C199183-BED4-DF70-A4EC-754FC13CDB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232138" flipH="1">
                  <a:off x="7969164" y="4441297"/>
                  <a:ext cx="21558" cy="150212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8" name="Group 587">
                <a:extLst>
                  <a:ext uri="{FF2B5EF4-FFF2-40B4-BE49-F238E27FC236}">
                    <a16:creationId xmlns:a16="http://schemas.microsoft.com/office/drawing/2014/main" id="{24EE68CF-350A-F686-CB41-EFB46ED467D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348084">
                <a:off x="2648501" y="2733713"/>
                <a:ext cx="168542" cy="682262"/>
                <a:chOff x="7860988" y="3750661"/>
                <a:chExt cx="242888" cy="840848"/>
              </a:xfrm>
            </p:grpSpPr>
            <p:sp>
              <p:nvSpPr>
                <p:cNvPr id="589" name="Line 475">
                  <a:extLst>
                    <a:ext uri="{FF2B5EF4-FFF2-40B4-BE49-F238E27FC236}">
                      <a16:creationId xmlns:a16="http://schemas.microsoft.com/office/drawing/2014/main" id="{71F306D7-60D4-5E29-76B9-83D05D9C8D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253917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90" name="Line 476">
                  <a:extLst>
                    <a:ext uri="{FF2B5EF4-FFF2-40B4-BE49-F238E27FC236}">
                      <a16:creationId xmlns:a16="http://schemas.microsoft.com/office/drawing/2014/main" id="{4473547F-9731-1651-768C-87C4E9B3B5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187242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91" name="Line 477">
                  <a:extLst>
                    <a:ext uri="{FF2B5EF4-FFF2-40B4-BE49-F238E27FC236}">
                      <a16:creationId xmlns:a16="http://schemas.microsoft.com/office/drawing/2014/main" id="{437680AC-1233-11B3-4FDA-B9B19DCA55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7506" y="4118979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92" name="Line 478">
                  <a:extLst>
                    <a:ext uri="{FF2B5EF4-FFF2-40B4-BE49-F238E27FC236}">
                      <a16:creationId xmlns:a16="http://schemas.microsoft.com/office/drawing/2014/main" id="{F6505E02-C891-C415-C8A0-846DBB63F3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7506" y="4047541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93" name="Line 479">
                  <a:extLst>
                    <a:ext uri="{FF2B5EF4-FFF2-40B4-BE49-F238E27FC236}">
                      <a16:creationId xmlns:a16="http://schemas.microsoft.com/office/drawing/2014/main" id="{D9873484-6A73-3C36-DF69-F526FFD63F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977691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94" name="Line 480">
                  <a:extLst>
                    <a:ext uri="{FF2B5EF4-FFF2-40B4-BE49-F238E27FC236}">
                      <a16:creationId xmlns:a16="http://schemas.microsoft.com/office/drawing/2014/main" id="{1B61E755-915D-B33C-DB15-DC51F07571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49094" y="3911016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95" name="Line 481">
                  <a:extLst>
                    <a:ext uri="{FF2B5EF4-FFF2-40B4-BE49-F238E27FC236}">
                      <a16:creationId xmlns:a16="http://schemas.microsoft.com/office/drawing/2014/main" id="{F6D7B781-4CD5-1F33-6CF1-56273D0621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7949094" y="3842754"/>
                  <a:ext cx="68263" cy="24130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96" name="Line 482">
                  <a:extLst>
                    <a:ext uri="{FF2B5EF4-FFF2-40B4-BE49-F238E27FC236}">
                      <a16:creationId xmlns:a16="http://schemas.microsoft.com/office/drawing/2014/main" id="{5FFBCF25-469D-617B-3971-E53A78E0A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7909410" y="3853870"/>
                  <a:ext cx="25394" cy="119060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597" name="Line 483">
                  <a:extLst>
                    <a:ext uri="{FF2B5EF4-FFF2-40B4-BE49-F238E27FC236}">
                      <a16:creationId xmlns:a16="http://schemas.microsoft.com/office/drawing/2014/main" id="{DC761C33-0FB3-28B8-FACC-52734DFD0D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H="1" flipV="1">
                  <a:off x="8023579" y="4361994"/>
                  <a:ext cx="30418" cy="127001"/>
                </a:xfrm>
                <a:prstGeom prst="line">
                  <a:avLst/>
                </a:prstGeom>
                <a:noFill/>
                <a:ln w="381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598" name="Straight Connector 597">
                  <a:extLst>
                    <a:ext uri="{FF2B5EF4-FFF2-40B4-BE49-F238E27FC236}">
                      <a16:creationId xmlns:a16="http://schemas.microsoft.com/office/drawing/2014/main" id="{A48A0B87-2799-051A-F2CF-4A560D8871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251916" flipH="1">
                  <a:off x="7984202" y="3750661"/>
                  <a:ext cx="20814" cy="149484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9" name="Straight Connector 598">
                  <a:extLst>
                    <a:ext uri="{FF2B5EF4-FFF2-40B4-BE49-F238E27FC236}">
                      <a16:creationId xmlns:a16="http://schemas.microsoft.com/office/drawing/2014/main" id="{CA0135B4-6BA2-15D5-5B8F-160F1B2076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21232138" flipH="1">
                  <a:off x="7969164" y="4441297"/>
                  <a:ext cx="21558" cy="150212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6" name="TextBox 605">
                  <a:extLst>
                    <a:ext uri="{FF2B5EF4-FFF2-40B4-BE49-F238E27FC236}">
                      <a16:creationId xmlns:a16="http://schemas.microsoft.com/office/drawing/2014/main" id="{4996AC21-E334-F8FC-136F-47DE5BE592E8}"/>
                    </a:ext>
                  </a:extLst>
                </p:cNvPr>
                <p:cNvSpPr txBox="1"/>
                <p:nvPr/>
              </p:nvSpPr>
              <p:spPr>
                <a:xfrm>
                  <a:off x="1934352" y="2318536"/>
                  <a:ext cx="51950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𝑟𝑏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06" name="TextBox 605">
                  <a:extLst>
                    <a:ext uri="{FF2B5EF4-FFF2-40B4-BE49-F238E27FC236}">
                      <a16:creationId xmlns:a16="http://schemas.microsoft.com/office/drawing/2014/main" id="{4996AC21-E334-F8FC-136F-47DE5BE592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4352" y="2318536"/>
                  <a:ext cx="519501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4286" r="-4762" b="-1333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9" name="Group 608">
            <a:extLst>
              <a:ext uri="{FF2B5EF4-FFF2-40B4-BE49-F238E27FC236}">
                <a16:creationId xmlns:a16="http://schemas.microsoft.com/office/drawing/2014/main" id="{97E4F7C0-FDB7-32DF-90E1-CDE291FC4A7E}"/>
              </a:ext>
            </a:extLst>
          </p:cNvPr>
          <p:cNvGrpSpPr/>
          <p:nvPr/>
        </p:nvGrpSpPr>
        <p:grpSpPr>
          <a:xfrm>
            <a:off x="5108154" y="1713136"/>
            <a:ext cx="6667999" cy="3893932"/>
            <a:chOff x="5108154" y="1713136"/>
            <a:chExt cx="6667999" cy="3893932"/>
          </a:xfrm>
        </p:grpSpPr>
        <p:grpSp>
          <p:nvGrpSpPr>
            <p:cNvPr id="605" name="Group 604">
              <a:extLst>
                <a:ext uri="{FF2B5EF4-FFF2-40B4-BE49-F238E27FC236}">
                  <a16:creationId xmlns:a16="http://schemas.microsoft.com/office/drawing/2014/main" id="{72C568C0-64CC-224C-6E3C-A476AF5A9813}"/>
                </a:ext>
              </a:extLst>
            </p:cNvPr>
            <p:cNvGrpSpPr/>
            <p:nvPr/>
          </p:nvGrpSpPr>
          <p:grpSpPr>
            <a:xfrm>
              <a:off x="5108154" y="1713136"/>
              <a:ext cx="6667999" cy="3893932"/>
              <a:chOff x="5108154" y="1713136"/>
              <a:chExt cx="6667999" cy="3893932"/>
            </a:xfrm>
          </p:grpSpPr>
          <p:grpSp>
            <p:nvGrpSpPr>
              <p:cNvPr id="411" name="Group 410">
                <a:extLst>
                  <a:ext uri="{FF2B5EF4-FFF2-40B4-BE49-F238E27FC236}">
                    <a16:creationId xmlns:a16="http://schemas.microsoft.com/office/drawing/2014/main" id="{33EC10D3-1FBA-C20D-140B-AB683E7B6903}"/>
                  </a:ext>
                </a:extLst>
              </p:cNvPr>
              <p:cNvGrpSpPr/>
              <p:nvPr/>
            </p:nvGrpSpPr>
            <p:grpSpPr>
              <a:xfrm>
                <a:off x="5108154" y="1714895"/>
                <a:ext cx="806897" cy="3878469"/>
                <a:chOff x="5108154" y="1714895"/>
                <a:chExt cx="806897" cy="3878469"/>
              </a:xfrm>
            </p:grpSpPr>
            <p:grpSp>
              <p:nvGrpSpPr>
                <p:cNvPr id="321" name="Group 320">
                  <a:extLst>
                    <a:ext uri="{FF2B5EF4-FFF2-40B4-BE49-F238E27FC236}">
                      <a16:creationId xmlns:a16="http://schemas.microsoft.com/office/drawing/2014/main" id="{C161FFF2-775A-C95B-E915-EB178B368C4C}"/>
                    </a:ext>
                  </a:extLst>
                </p:cNvPr>
                <p:cNvGrpSpPr/>
                <p:nvPr/>
              </p:nvGrpSpPr>
              <p:grpSpPr>
                <a:xfrm rot="10087998">
                  <a:off x="5114084" y="1714895"/>
                  <a:ext cx="242888" cy="1911181"/>
                  <a:chOff x="7860988" y="3251425"/>
                  <a:chExt cx="242888" cy="1911181"/>
                </a:xfrm>
              </p:grpSpPr>
              <p:sp>
                <p:nvSpPr>
                  <p:cNvPr id="348" name="Line 475">
                    <a:extLst>
                      <a:ext uri="{FF2B5EF4-FFF2-40B4-BE49-F238E27FC236}">
                        <a16:creationId xmlns:a16="http://schemas.microsoft.com/office/drawing/2014/main" id="{3EB982C7-2C6A-6064-0363-4717589AAF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49" name="Line 476">
                    <a:extLst>
                      <a:ext uri="{FF2B5EF4-FFF2-40B4-BE49-F238E27FC236}">
                        <a16:creationId xmlns:a16="http://schemas.microsoft.com/office/drawing/2014/main" id="{F016655D-8D8C-2104-A4F5-913C4ABB3B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50" name="Line 477">
                    <a:extLst>
                      <a:ext uri="{FF2B5EF4-FFF2-40B4-BE49-F238E27FC236}">
                        <a16:creationId xmlns:a16="http://schemas.microsoft.com/office/drawing/2014/main" id="{52BC572D-F885-7CAB-7101-6E07D1CB173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51" name="Line 478">
                    <a:extLst>
                      <a:ext uri="{FF2B5EF4-FFF2-40B4-BE49-F238E27FC236}">
                        <a16:creationId xmlns:a16="http://schemas.microsoft.com/office/drawing/2014/main" id="{655850BB-B885-3607-7E03-F91A4073F3E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52" name="Line 479">
                    <a:extLst>
                      <a:ext uri="{FF2B5EF4-FFF2-40B4-BE49-F238E27FC236}">
                        <a16:creationId xmlns:a16="http://schemas.microsoft.com/office/drawing/2014/main" id="{A776350F-D813-CB61-4C6C-F4DF0C37CF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53" name="Line 480">
                    <a:extLst>
                      <a:ext uri="{FF2B5EF4-FFF2-40B4-BE49-F238E27FC236}">
                        <a16:creationId xmlns:a16="http://schemas.microsoft.com/office/drawing/2014/main" id="{071CD5C3-7126-EC64-BCC1-D7C20AD315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54" name="Line 481">
                    <a:extLst>
                      <a:ext uri="{FF2B5EF4-FFF2-40B4-BE49-F238E27FC236}">
                        <a16:creationId xmlns:a16="http://schemas.microsoft.com/office/drawing/2014/main" id="{1AE7C766-4F0F-8630-0FCA-81632B1A279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55" name="Line 482">
                    <a:extLst>
                      <a:ext uri="{FF2B5EF4-FFF2-40B4-BE49-F238E27FC236}">
                        <a16:creationId xmlns:a16="http://schemas.microsoft.com/office/drawing/2014/main" id="{90B75471-A25D-D0CD-28A0-D4194A822DE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56" name="Line 483">
                    <a:extLst>
                      <a:ext uri="{FF2B5EF4-FFF2-40B4-BE49-F238E27FC236}">
                        <a16:creationId xmlns:a16="http://schemas.microsoft.com/office/drawing/2014/main" id="{72EA6964-A4E4-BD52-A7C4-5AF749002A2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357" name="Straight Connector 356">
                    <a:extLst>
                      <a:ext uri="{FF2B5EF4-FFF2-40B4-BE49-F238E27FC236}">
                        <a16:creationId xmlns:a16="http://schemas.microsoft.com/office/drawing/2014/main" id="{9EC7E875-2FDD-2D48-D7A5-EA15794CAE6B}"/>
                      </a:ext>
                    </a:extLst>
                  </p:cNvPr>
                  <p:cNvCxnSpPr>
                    <a:cxnSpLocks/>
                    <a:stCxn id="170" idx="0"/>
                  </p:cNvCxnSpPr>
                  <p:nvPr/>
                </p:nvCxnSpPr>
                <p:spPr>
                  <a:xfrm rot="11512002" flipH="1" flipV="1">
                    <a:off x="7909442" y="3251425"/>
                    <a:ext cx="150866" cy="64061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  <a:headEnd type="non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8" name="Straight Connector 357">
                    <a:extLst>
                      <a:ext uri="{FF2B5EF4-FFF2-40B4-BE49-F238E27FC236}">
                        <a16:creationId xmlns:a16="http://schemas.microsoft.com/office/drawing/2014/main" id="{D8952231-3CB2-F72C-3791-8F77E7CBF9EF}"/>
                      </a:ext>
                    </a:extLst>
                  </p:cNvPr>
                  <p:cNvCxnSpPr>
                    <a:cxnSpLocks/>
                    <a:endCxn id="268" idx="4"/>
                  </p:cNvCxnSpPr>
                  <p:nvPr/>
                </p:nvCxnSpPr>
                <p:spPr>
                  <a:xfrm rot="11512002" flipH="1" flipV="1">
                    <a:off x="7906610" y="4449575"/>
                    <a:ext cx="160403" cy="71303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2" name="Group 371">
                  <a:extLst>
                    <a:ext uri="{FF2B5EF4-FFF2-40B4-BE49-F238E27FC236}">
                      <a16:creationId xmlns:a16="http://schemas.microsoft.com/office/drawing/2014/main" id="{E4FA65D9-5764-2F0C-F5FD-E1DDD2952458}"/>
                    </a:ext>
                  </a:extLst>
                </p:cNvPr>
                <p:cNvGrpSpPr/>
                <p:nvPr/>
              </p:nvGrpSpPr>
              <p:grpSpPr>
                <a:xfrm rot="11512002" flipV="1">
                  <a:off x="5108154" y="3682183"/>
                  <a:ext cx="242888" cy="1911181"/>
                  <a:chOff x="7860988" y="3251425"/>
                  <a:chExt cx="242888" cy="1911181"/>
                </a:xfrm>
              </p:grpSpPr>
              <p:sp>
                <p:nvSpPr>
                  <p:cNvPr id="373" name="Line 475">
                    <a:extLst>
                      <a:ext uri="{FF2B5EF4-FFF2-40B4-BE49-F238E27FC236}">
                        <a16:creationId xmlns:a16="http://schemas.microsoft.com/office/drawing/2014/main" id="{C1CB5DB7-4C81-724D-9193-ECFA433C3DB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74" name="Line 476">
                    <a:extLst>
                      <a:ext uri="{FF2B5EF4-FFF2-40B4-BE49-F238E27FC236}">
                        <a16:creationId xmlns:a16="http://schemas.microsoft.com/office/drawing/2014/main" id="{1E8CC6E3-E06D-4FB6-5566-5A4EE856B5F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75" name="Line 477">
                    <a:extLst>
                      <a:ext uri="{FF2B5EF4-FFF2-40B4-BE49-F238E27FC236}">
                        <a16:creationId xmlns:a16="http://schemas.microsoft.com/office/drawing/2014/main" id="{467E80E1-1801-BDF1-B98F-09CA6AF4BB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76" name="Line 478">
                    <a:extLst>
                      <a:ext uri="{FF2B5EF4-FFF2-40B4-BE49-F238E27FC236}">
                        <a16:creationId xmlns:a16="http://schemas.microsoft.com/office/drawing/2014/main" id="{DD5051A1-3B18-0A41-1EDA-4EC31D84BB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77" name="Line 479">
                    <a:extLst>
                      <a:ext uri="{FF2B5EF4-FFF2-40B4-BE49-F238E27FC236}">
                        <a16:creationId xmlns:a16="http://schemas.microsoft.com/office/drawing/2014/main" id="{7F0C23D1-D8CE-C701-84AD-ACB70A563A3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78" name="Line 480">
                    <a:extLst>
                      <a:ext uri="{FF2B5EF4-FFF2-40B4-BE49-F238E27FC236}">
                        <a16:creationId xmlns:a16="http://schemas.microsoft.com/office/drawing/2014/main" id="{80DFE8FD-09CE-486C-98B3-5682C1162E0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79" name="Line 481">
                    <a:extLst>
                      <a:ext uri="{FF2B5EF4-FFF2-40B4-BE49-F238E27FC236}">
                        <a16:creationId xmlns:a16="http://schemas.microsoft.com/office/drawing/2014/main" id="{56998004-C764-7B05-FF5D-B676D6FEA34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80" name="Line 482">
                    <a:extLst>
                      <a:ext uri="{FF2B5EF4-FFF2-40B4-BE49-F238E27FC236}">
                        <a16:creationId xmlns:a16="http://schemas.microsoft.com/office/drawing/2014/main" id="{793F5215-476D-14CD-1CDB-4A1714C0648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81" name="Line 483">
                    <a:extLst>
                      <a:ext uri="{FF2B5EF4-FFF2-40B4-BE49-F238E27FC236}">
                        <a16:creationId xmlns:a16="http://schemas.microsoft.com/office/drawing/2014/main" id="{86AECD89-82F4-FB8F-10A4-CA5A10A920A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382" name="Straight Connector 381">
                    <a:extLst>
                      <a:ext uri="{FF2B5EF4-FFF2-40B4-BE49-F238E27FC236}">
                        <a16:creationId xmlns:a16="http://schemas.microsoft.com/office/drawing/2014/main" id="{D080DCB2-8E73-9893-682E-E591D99A5F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1512002" flipH="1" flipV="1">
                    <a:off x="7909442" y="3251425"/>
                    <a:ext cx="150866" cy="64061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  <a:headEnd type="non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3" name="Straight Connector 382">
                    <a:extLst>
                      <a:ext uri="{FF2B5EF4-FFF2-40B4-BE49-F238E27FC236}">
                        <a16:creationId xmlns:a16="http://schemas.microsoft.com/office/drawing/2014/main" id="{812C8D19-95AE-979F-E0F9-C9F71874A0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1512002" flipH="1" flipV="1">
                    <a:off x="7906610" y="4449575"/>
                    <a:ext cx="160403" cy="71303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84" name="Group 383">
                  <a:extLst>
                    <a:ext uri="{FF2B5EF4-FFF2-40B4-BE49-F238E27FC236}">
                      <a16:creationId xmlns:a16="http://schemas.microsoft.com/office/drawing/2014/main" id="{BCAE6051-52A1-8E46-98C3-FF438A4C2F32}"/>
                    </a:ext>
                  </a:extLst>
                </p:cNvPr>
                <p:cNvGrpSpPr/>
                <p:nvPr/>
              </p:nvGrpSpPr>
              <p:grpSpPr>
                <a:xfrm rot="12905748">
                  <a:off x="5667402" y="2631885"/>
                  <a:ext cx="242888" cy="1074358"/>
                  <a:chOff x="7860988" y="3662109"/>
                  <a:chExt cx="242888" cy="1074358"/>
                </a:xfrm>
              </p:grpSpPr>
              <p:sp>
                <p:nvSpPr>
                  <p:cNvPr id="385" name="Line 475">
                    <a:extLst>
                      <a:ext uri="{FF2B5EF4-FFF2-40B4-BE49-F238E27FC236}">
                        <a16:creationId xmlns:a16="http://schemas.microsoft.com/office/drawing/2014/main" id="{F7827093-49C5-CFB6-1DAB-5AAA4012FD6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86" name="Line 476">
                    <a:extLst>
                      <a:ext uri="{FF2B5EF4-FFF2-40B4-BE49-F238E27FC236}">
                        <a16:creationId xmlns:a16="http://schemas.microsoft.com/office/drawing/2014/main" id="{4F744D64-EF35-61E6-954F-DE690A431E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87" name="Line 477">
                    <a:extLst>
                      <a:ext uri="{FF2B5EF4-FFF2-40B4-BE49-F238E27FC236}">
                        <a16:creationId xmlns:a16="http://schemas.microsoft.com/office/drawing/2014/main" id="{52613517-64AF-3A40-33D8-7716987F576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88" name="Line 478">
                    <a:extLst>
                      <a:ext uri="{FF2B5EF4-FFF2-40B4-BE49-F238E27FC236}">
                        <a16:creationId xmlns:a16="http://schemas.microsoft.com/office/drawing/2014/main" id="{51173BB1-B459-230B-D367-7090DDD244B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89" name="Line 479">
                    <a:extLst>
                      <a:ext uri="{FF2B5EF4-FFF2-40B4-BE49-F238E27FC236}">
                        <a16:creationId xmlns:a16="http://schemas.microsoft.com/office/drawing/2014/main" id="{EC87EDA0-E824-7203-C4BB-2A67277FD8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90" name="Line 480">
                    <a:extLst>
                      <a:ext uri="{FF2B5EF4-FFF2-40B4-BE49-F238E27FC236}">
                        <a16:creationId xmlns:a16="http://schemas.microsoft.com/office/drawing/2014/main" id="{A99AD962-9CDE-749A-1DF3-940DCC47C11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91" name="Line 481">
                    <a:extLst>
                      <a:ext uri="{FF2B5EF4-FFF2-40B4-BE49-F238E27FC236}">
                        <a16:creationId xmlns:a16="http://schemas.microsoft.com/office/drawing/2014/main" id="{94F541B6-B368-E453-DA56-5E7900D7720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92" name="Line 482">
                    <a:extLst>
                      <a:ext uri="{FF2B5EF4-FFF2-40B4-BE49-F238E27FC236}">
                        <a16:creationId xmlns:a16="http://schemas.microsoft.com/office/drawing/2014/main" id="{E4964AF8-E6C5-D7CF-9A37-77040BDDE8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393" name="Line 483">
                    <a:extLst>
                      <a:ext uri="{FF2B5EF4-FFF2-40B4-BE49-F238E27FC236}">
                        <a16:creationId xmlns:a16="http://schemas.microsoft.com/office/drawing/2014/main" id="{F503F02E-C1CF-1A2C-A96A-9485365CA35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394" name="Straight Connector 393">
                    <a:extLst>
                      <a:ext uri="{FF2B5EF4-FFF2-40B4-BE49-F238E27FC236}">
                        <a16:creationId xmlns:a16="http://schemas.microsoft.com/office/drawing/2014/main" id="{7ED6395F-B478-6762-EDFD-EFA82EFD32BB}"/>
                      </a:ext>
                    </a:extLst>
                  </p:cNvPr>
                  <p:cNvCxnSpPr>
                    <a:cxnSpLocks/>
                    <a:stCxn id="170" idx="7"/>
                  </p:cNvCxnSpPr>
                  <p:nvPr/>
                </p:nvCxnSpPr>
                <p:spPr>
                  <a:xfrm rot="8694252" flipV="1">
                    <a:off x="7917384" y="3662109"/>
                    <a:ext cx="136106" cy="21941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  <a:headEnd type="non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5" name="Straight Connector 394">
                    <a:extLst>
                      <a:ext uri="{FF2B5EF4-FFF2-40B4-BE49-F238E27FC236}">
                        <a16:creationId xmlns:a16="http://schemas.microsoft.com/office/drawing/2014/main" id="{DC9321A0-F577-1411-5E66-D595CF655511}"/>
                      </a:ext>
                    </a:extLst>
                  </p:cNvPr>
                  <p:cNvCxnSpPr>
                    <a:cxnSpLocks/>
                    <a:endCxn id="219" idx="3"/>
                  </p:cNvCxnSpPr>
                  <p:nvPr/>
                </p:nvCxnSpPr>
                <p:spPr>
                  <a:xfrm rot="8694252" flipV="1">
                    <a:off x="7893495" y="4468574"/>
                    <a:ext cx="181668" cy="267893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99" name="Group 398">
                  <a:extLst>
                    <a:ext uri="{FF2B5EF4-FFF2-40B4-BE49-F238E27FC236}">
                      <a16:creationId xmlns:a16="http://schemas.microsoft.com/office/drawing/2014/main" id="{6FC23418-0DB8-8B7B-7E03-C8221A118536}"/>
                    </a:ext>
                  </a:extLst>
                </p:cNvPr>
                <p:cNvGrpSpPr/>
                <p:nvPr/>
              </p:nvGrpSpPr>
              <p:grpSpPr>
                <a:xfrm rot="8694252" flipV="1">
                  <a:off x="5672163" y="3610426"/>
                  <a:ext cx="242888" cy="1074358"/>
                  <a:chOff x="7860988" y="3662109"/>
                  <a:chExt cx="242888" cy="1074358"/>
                </a:xfrm>
              </p:grpSpPr>
              <p:sp>
                <p:nvSpPr>
                  <p:cNvPr id="400" name="Line 475">
                    <a:extLst>
                      <a:ext uri="{FF2B5EF4-FFF2-40B4-BE49-F238E27FC236}">
                        <a16:creationId xmlns:a16="http://schemas.microsoft.com/office/drawing/2014/main" id="{C7296436-6AEF-94EC-EFF2-FB105D2F81E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01" name="Line 476">
                    <a:extLst>
                      <a:ext uri="{FF2B5EF4-FFF2-40B4-BE49-F238E27FC236}">
                        <a16:creationId xmlns:a16="http://schemas.microsoft.com/office/drawing/2014/main" id="{EC5A2195-D1CB-256A-8E63-7F4F9401DC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02" name="Line 477">
                    <a:extLst>
                      <a:ext uri="{FF2B5EF4-FFF2-40B4-BE49-F238E27FC236}">
                        <a16:creationId xmlns:a16="http://schemas.microsoft.com/office/drawing/2014/main" id="{10AE470B-7929-B5A2-01B4-D509F82BFE3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03" name="Line 478">
                    <a:extLst>
                      <a:ext uri="{FF2B5EF4-FFF2-40B4-BE49-F238E27FC236}">
                        <a16:creationId xmlns:a16="http://schemas.microsoft.com/office/drawing/2014/main" id="{83A68623-DDC7-E368-6CC4-F2784BE4C36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04" name="Line 479">
                    <a:extLst>
                      <a:ext uri="{FF2B5EF4-FFF2-40B4-BE49-F238E27FC236}">
                        <a16:creationId xmlns:a16="http://schemas.microsoft.com/office/drawing/2014/main" id="{DDD46EB4-7742-E91B-1D60-91705C1E4D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05" name="Line 480">
                    <a:extLst>
                      <a:ext uri="{FF2B5EF4-FFF2-40B4-BE49-F238E27FC236}">
                        <a16:creationId xmlns:a16="http://schemas.microsoft.com/office/drawing/2014/main" id="{771CB9EC-2450-7F88-C78D-78C57A275F6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06" name="Line 481">
                    <a:extLst>
                      <a:ext uri="{FF2B5EF4-FFF2-40B4-BE49-F238E27FC236}">
                        <a16:creationId xmlns:a16="http://schemas.microsoft.com/office/drawing/2014/main" id="{046922F8-CD60-2AF3-6209-571EE64C25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07" name="Line 482">
                    <a:extLst>
                      <a:ext uri="{FF2B5EF4-FFF2-40B4-BE49-F238E27FC236}">
                        <a16:creationId xmlns:a16="http://schemas.microsoft.com/office/drawing/2014/main" id="{241BF75E-6905-A852-F4DC-B54EFAF8BED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08" name="Line 483">
                    <a:extLst>
                      <a:ext uri="{FF2B5EF4-FFF2-40B4-BE49-F238E27FC236}">
                        <a16:creationId xmlns:a16="http://schemas.microsoft.com/office/drawing/2014/main" id="{0F88CEE7-6B45-12E2-A426-195C066B08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409" name="Straight Connector 408">
                    <a:extLst>
                      <a:ext uri="{FF2B5EF4-FFF2-40B4-BE49-F238E27FC236}">
                        <a16:creationId xmlns:a16="http://schemas.microsoft.com/office/drawing/2014/main" id="{93806739-3A87-1AE4-DD63-425AFB9DFE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694252" flipV="1">
                    <a:off x="7917384" y="3662109"/>
                    <a:ext cx="136106" cy="21941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  <a:headEnd type="non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0" name="Straight Connector 409">
                    <a:extLst>
                      <a:ext uri="{FF2B5EF4-FFF2-40B4-BE49-F238E27FC236}">
                        <a16:creationId xmlns:a16="http://schemas.microsoft.com/office/drawing/2014/main" id="{5478120A-E32C-5C12-F0FA-F957B39E62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694252" flipV="1">
                    <a:off x="7893495" y="4468574"/>
                    <a:ext cx="181668" cy="267893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12" name="Group 411">
                <a:extLst>
                  <a:ext uri="{FF2B5EF4-FFF2-40B4-BE49-F238E27FC236}">
                    <a16:creationId xmlns:a16="http://schemas.microsoft.com/office/drawing/2014/main" id="{7976C9CB-7083-53FA-BD11-106D6DB0B4F8}"/>
                  </a:ext>
                </a:extLst>
              </p:cNvPr>
              <p:cNvGrpSpPr/>
              <p:nvPr/>
            </p:nvGrpSpPr>
            <p:grpSpPr>
              <a:xfrm>
                <a:off x="8056110" y="1713136"/>
                <a:ext cx="806897" cy="3878469"/>
                <a:chOff x="5108154" y="1714895"/>
                <a:chExt cx="806897" cy="3878469"/>
              </a:xfrm>
            </p:grpSpPr>
            <p:grpSp>
              <p:nvGrpSpPr>
                <p:cNvPr id="413" name="Group 412">
                  <a:extLst>
                    <a:ext uri="{FF2B5EF4-FFF2-40B4-BE49-F238E27FC236}">
                      <a16:creationId xmlns:a16="http://schemas.microsoft.com/office/drawing/2014/main" id="{E40E9645-24F4-8C00-1FB0-8F91CDA09023}"/>
                    </a:ext>
                  </a:extLst>
                </p:cNvPr>
                <p:cNvGrpSpPr/>
                <p:nvPr/>
              </p:nvGrpSpPr>
              <p:grpSpPr>
                <a:xfrm rot="10087998">
                  <a:off x="5114084" y="1714895"/>
                  <a:ext cx="242888" cy="1911181"/>
                  <a:chOff x="7860988" y="3251425"/>
                  <a:chExt cx="242888" cy="1911181"/>
                </a:xfrm>
              </p:grpSpPr>
              <p:sp>
                <p:nvSpPr>
                  <p:cNvPr id="450" name="Line 475">
                    <a:extLst>
                      <a:ext uri="{FF2B5EF4-FFF2-40B4-BE49-F238E27FC236}">
                        <a16:creationId xmlns:a16="http://schemas.microsoft.com/office/drawing/2014/main" id="{915D8825-C955-1399-170F-8BBCBB5770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51" name="Line 476">
                    <a:extLst>
                      <a:ext uri="{FF2B5EF4-FFF2-40B4-BE49-F238E27FC236}">
                        <a16:creationId xmlns:a16="http://schemas.microsoft.com/office/drawing/2014/main" id="{4673189E-D994-49B9-0FA5-B9749E3D5D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52" name="Line 477">
                    <a:extLst>
                      <a:ext uri="{FF2B5EF4-FFF2-40B4-BE49-F238E27FC236}">
                        <a16:creationId xmlns:a16="http://schemas.microsoft.com/office/drawing/2014/main" id="{6C7496CF-F183-7317-3070-B905E5E050D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53" name="Line 478">
                    <a:extLst>
                      <a:ext uri="{FF2B5EF4-FFF2-40B4-BE49-F238E27FC236}">
                        <a16:creationId xmlns:a16="http://schemas.microsoft.com/office/drawing/2014/main" id="{86A206B4-18F0-39DB-32AB-1F050014D60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54" name="Line 479">
                    <a:extLst>
                      <a:ext uri="{FF2B5EF4-FFF2-40B4-BE49-F238E27FC236}">
                        <a16:creationId xmlns:a16="http://schemas.microsoft.com/office/drawing/2014/main" id="{D2E34415-C7EB-F7C3-6744-4A0E5A7F478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55" name="Line 480">
                    <a:extLst>
                      <a:ext uri="{FF2B5EF4-FFF2-40B4-BE49-F238E27FC236}">
                        <a16:creationId xmlns:a16="http://schemas.microsoft.com/office/drawing/2014/main" id="{2D98B882-B3DD-6A7D-722C-A5EB90297F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56" name="Line 481">
                    <a:extLst>
                      <a:ext uri="{FF2B5EF4-FFF2-40B4-BE49-F238E27FC236}">
                        <a16:creationId xmlns:a16="http://schemas.microsoft.com/office/drawing/2014/main" id="{EF6DA585-D51D-1553-1D4F-B961BF43D5A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57" name="Line 482">
                    <a:extLst>
                      <a:ext uri="{FF2B5EF4-FFF2-40B4-BE49-F238E27FC236}">
                        <a16:creationId xmlns:a16="http://schemas.microsoft.com/office/drawing/2014/main" id="{1EEF2847-D95D-B1CA-EECE-765C91D902E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58" name="Line 483">
                    <a:extLst>
                      <a:ext uri="{FF2B5EF4-FFF2-40B4-BE49-F238E27FC236}">
                        <a16:creationId xmlns:a16="http://schemas.microsoft.com/office/drawing/2014/main" id="{6FC7BE12-2790-517E-8754-892FE12A92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459" name="Straight Connector 458">
                    <a:extLst>
                      <a:ext uri="{FF2B5EF4-FFF2-40B4-BE49-F238E27FC236}">
                        <a16:creationId xmlns:a16="http://schemas.microsoft.com/office/drawing/2014/main" id="{E93E1FBA-35F0-50D7-68EE-B00923DB89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1512002" flipH="1" flipV="1">
                    <a:off x="7909442" y="3251425"/>
                    <a:ext cx="150866" cy="64061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  <a:headEnd type="non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0" name="Straight Connector 459">
                    <a:extLst>
                      <a:ext uri="{FF2B5EF4-FFF2-40B4-BE49-F238E27FC236}">
                        <a16:creationId xmlns:a16="http://schemas.microsoft.com/office/drawing/2014/main" id="{A261F7B3-E766-CECE-A761-877272DE38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1512002" flipH="1" flipV="1">
                    <a:off x="7906610" y="4449575"/>
                    <a:ext cx="160403" cy="71303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4" name="Group 413">
                  <a:extLst>
                    <a:ext uri="{FF2B5EF4-FFF2-40B4-BE49-F238E27FC236}">
                      <a16:creationId xmlns:a16="http://schemas.microsoft.com/office/drawing/2014/main" id="{9A2C3CFE-D954-BC09-86F0-F6B90B67BAA0}"/>
                    </a:ext>
                  </a:extLst>
                </p:cNvPr>
                <p:cNvGrpSpPr/>
                <p:nvPr/>
              </p:nvGrpSpPr>
              <p:grpSpPr>
                <a:xfrm rot="11512002" flipV="1">
                  <a:off x="5108154" y="3682183"/>
                  <a:ext cx="242888" cy="1911181"/>
                  <a:chOff x="7860988" y="3251425"/>
                  <a:chExt cx="242888" cy="1911181"/>
                </a:xfrm>
              </p:grpSpPr>
              <p:sp>
                <p:nvSpPr>
                  <p:cNvPr id="439" name="Line 475">
                    <a:extLst>
                      <a:ext uri="{FF2B5EF4-FFF2-40B4-BE49-F238E27FC236}">
                        <a16:creationId xmlns:a16="http://schemas.microsoft.com/office/drawing/2014/main" id="{C06FD932-E551-F55E-A1BD-04C8C7EC6A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40" name="Line 476">
                    <a:extLst>
                      <a:ext uri="{FF2B5EF4-FFF2-40B4-BE49-F238E27FC236}">
                        <a16:creationId xmlns:a16="http://schemas.microsoft.com/office/drawing/2014/main" id="{622043B8-EDC0-C345-9A73-CECEE9C9B4C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41" name="Line 477">
                    <a:extLst>
                      <a:ext uri="{FF2B5EF4-FFF2-40B4-BE49-F238E27FC236}">
                        <a16:creationId xmlns:a16="http://schemas.microsoft.com/office/drawing/2014/main" id="{1FDB8C5A-D693-6111-0289-62754B13BC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42" name="Line 478">
                    <a:extLst>
                      <a:ext uri="{FF2B5EF4-FFF2-40B4-BE49-F238E27FC236}">
                        <a16:creationId xmlns:a16="http://schemas.microsoft.com/office/drawing/2014/main" id="{05D08210-829C-FCCE-2782-0C84CC9B75D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43" name="Line 479">
                    <a:extLst>
                      <a:ext uri="{FF2B5EF4-FFF2-40B4-BE49-F238E27FC236}">
                        <a16:creationId xmlns:a16="http://schemas.microsoft.com/office/drawing/2014/main" id="{10FECE9E-0DAE-901C-6288-7B5DA3F00FA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44" name="Line 480">
                    <a:extLst>
                      <a:ext uri="{FF2B5EF4-FFF2-40B4-BE49-F238E27FC236}">
                        <a16:creationId xmlns:a16="http://schemas.microsoft.com/office/drawing/2014/main" id="{0AD72429-D937-5A68-62BF-5568AC2FC9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45" name="Line 481">
                    <a:extLst>
                      <a:ext uri="{FF2B5EF4-FFF2-40B4-BE49-F238E27FC236}">
                        <a16:creationId xmlns:a16="http://schemas.microsoft.com/office/drawing/2014/main" id="{9733571D-3B2D-21B9-8563-1844E57A3D1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46" name="Line 482">
                    <a:extLst>
                      <a:ext uri="{FF2B5EF4-FFF2-40B4-BE49-F238E27FC236}">
                        <a16:creationId xmlns:a16="http://schemas.microsoft.com/office/drawing/2014/main" id="{D218D3F0-8A0C-6D36-9370-C0FEEC9CB3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47" name="Line 483">
                    <a:extLst>
                      <a:ext uri="{FF2B5EF4-FFF2-40B4-BE49-F238E27FC236}">
                        <a16:creationId xmlns:a16="http://schemas.microsoft.com/office/drawing/2014/main" id="{E4C46166-ADF6-68C0-8DA6-A49D56A4234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448" name="Straight Connector 447">
                    <a:extLst>
                      <a:ext uri="{FF2B5EF4-FFF2-40B4-BE49-F238E27FC236}">
                        <a16:creationId xmlns:a16="http://schemas.microsoft.com/office/drawing/2014/main" id="{A9DBC217-19FE-BD0A-DCC2-7F18B710BB2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1512002" flipH="1" flipV="1">
                    <a:off x="7909442" y="3251425"/>
                    <a:ext cx="150866" cy="64061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  <a:headEnd type="non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9" name="Straight Connector 448">
                    <a:extLst>
                      <a:ext uri="{FF2B5EF4-FFF2-40B4-BE49-F238E27FC236}">
                        <a16:creationId xmlns:a16="http://schemas.microsoft.com/office/drawing/2014/main" id="{4CA72014-DCAD-80C3-C695-205A721C62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1512002" flipH="1" flipV="1">
                    <a:off x="7906610" y="4449575"/>
                    <a:ext cx="160403" cy="71303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5" name="Group 414">
                  <a:extLst>
                    <a:ext uri="{FF2B5EF4-FFF2-40B4-BE49-F238E27FC236}">
                      <a16:creationId xmlns:a16="http://schemas.microsoft.com/office/drawing/2014/main" id="{33D26F60-FCB6-8F9B-CC45-988B452CA798}"/>
                    </a:ext>
                  </a:extLst>
                </p:cNvPr>
                <p:cNvGrpSpPr/>
                <p:nvPr/>
              </p:nvGrpSpPr>
              <p:grpSpPr>
                <a:xfrm rot="12905748">
                  <a:off x="5667402" y="2631885"/>
                  <a:ext cx="242888" cy="1074358"/>
                  <a:chOff x="7860988" y="3662109"/>
                  <a:chExt cx="242888" cy="1074358"/>
                </a:xfrm>
              </p:grpSpPr>
              <p:sp>
                <p:nvSpPr>
                  <p:cNvPr id="428" name="Line 475">
                    <a:extLst>
                      <a:ext uri="{FF2B5EF4-FFF2-40B4-BE49-F238E27FC236}">
                        <a16:creationId xmlns:a16="http://schemas.microsoft.com/office/drawing/2014/main" id="{9334ADFC-0E01-BFB4-2CC7-03D5892C62D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29" name="Line 476">
                    <a:extLst>
                      <a:ext uri="{FF2B5EF4-FFF2-40B4-BE49-F238E27FC236}">
                        <a16:creationId xmlns:a16="http://schemas.microsoft.com/office/drawing/2014/main" id="{D8290217-9040-7437-0DF4-AC8E27F55B2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30" name="Line 477">
                    <a:extLst>
                      <a:ext uri="{FF2B5EF4-FFF2-40B4-BE49-F238E27FC236}">
                        <a16:creationId xmlns:a16="http://schemas.microsoft.com/office/drawing/2014/main" id="{D8680B8A-42B2-9B1C-DE80-02B3A6D3D11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31" name="Line 478">
                    <a:extLst>
                      <a:ext uri="{FF2B5EF4-FFF2-40B4-BE49-F238E27FC236}">
                        <a16:creationId xmlns:a16="http://schemas.microsoft.com/office/drawing/2014/main" id="{06EC90DE-288E-50FC-59FD-9D7A91985D3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32" name="Line 479">
                    <a:extLst>
                      <a:ext uri="{FF2B5EF4-FFF2-40B4-BE49-F238E27FC236}">
                        <a16:creationId xmlns:a16="http://schemas.microsoft.com/office/drawing/2014/main" id="{4F55C803-2E50-8EA5-FC2D-A17EDC4B6FA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33" name="Line 480">
                    <a:extLst>
                      <a:ext uri="{FF2B5EF4-FFF2-40B4-BE49-F238E27FC236}">
                        <a16:creationId xmlns:a16="http://schemas.microsoft.com/office/drawing/2014/main" id="{C027AA1E-6822-E973-F715-DC8C5FA63A4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34" name="Line 481">
                    <a:extLst>
                      <a:ext uri="{FF2B5EF4-FFF2-40B4-BE49-F238E27FC236}">
                        <a16:creationId xmlns:a16="http://schemas.microsoft.com/office/drawing/2014/main" id="{07B59CF6-315B-F4B9-FDD3-94F19A1CDAD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35" name="Line 482">
                    <a:extLst>
                      <a:ext uri="{FF2B5EF4-FFF2-40B4-BE49-F238E27FC236}">
                        <a16:creationId xmlns:a16="http://schemas.microsoft.com/office/drawing/2014/main" id="{45CFC5AA-454E-0083-B066-74C13E46BD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36" name="Line 483">
                    <a:extLst>
                      <a:ext uri="{FF2B5EF4-FFF2-40B4-BE49-F238E27FC236}">
                        <a16:creationId xmlns:a16="http://schemas.microsoft.com/office/drawing/2014/main" id="{686F9568-7B1B-1AD4-B235-A3CF69F3B7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437" name="Straight Connector 436">
                    <a:extLst>
                      <a:ext uri="{FF2B5EF4-FFF2-40B4-BE49-F238E27FC236}">
                        <a16:creationId xmlns:a16="http://schemas.microsoft.com/office/drawing/2014/main" id="{8654ED16-9D38-F5B9-0C5A-401FF9997C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694252" flipV="1">
                    <a:off x="7917384" y="3662109"/>
                    <a:ext cx="136106" cy="21941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  <a:headEnd type="non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8" name="Straight Connector 437">
                    <a:extLst>
                      <a:ext uri="{FF2B5EF4-FFF2-40B4-BE49-F238E27FC236}">
                        <a16:creationId xmlns:a16="http://schemas.microsoft.com/office/drawing/2014/main" id="{7C9CC86C-A00A-6E87-6C4B-39C669CE79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694252" flipV="1">
                    <a:off x="7893495" y="4468574"/>
                    <a:ext cx="181668" cy="267893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16" name="Group 415">
                  <a:extLst>
                    <a:ext uri="{FF2B5EF4-FFF2-40B4-BE49-F238E27FC236}">
                      <a16:creationId xmlns:a16="http://schemas.microsoft.com/office/drawing/2014/main" id="{5DF38AA4-0343-4630-D5C5-F7A0B9E8E668}"/>
                    </a:ext>
                  </a:extLst>
                </p:cNvPr>
                <p:cNvGrpSpPr/>
                <p:nvPr/>
              </p:nvGrpSpPr>
              <p:grpSpPr>
                <a:xfrm rot="8694252" flipV="1">
                  <a:off x="5672163" y="3610426"/>
                  <a:ext cx="242888" cy="1074358"/>
                  <a:chOff x="7860988" y="3662109"/>
                  <a:chExt cx="242888" cy="1074358"/>
                </a:xfrm>
              </p:grpSpPr>
              <p:sp>
                <p:nvSpPr>
                  <p:cNvPr id="417" name="Line 475">
                    <a:extLst>
                      <a:ext uri="{FF2B5EF4-FFF2-40B4-BE49-F238E27FC236}">
                        <a16:creationId xmlns:a16="http://schemas.microsoft.com/office/drawing/2014/main" id="{9B4E3293-D30E-CF2C-5F93-7D0219D4DC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18" name="Line 476">
                    <a:extLst>
                      <a:ext uri="{FF2B5EF4-FFF2-40B4-BE49-F238E27FC236}">
                        <a16:creationId xmlns:a16="http://schemas.microsoft.com/office/drawing/2014/main" id="{FEED44E4-C6B3-C73E-422C-0EE1D2CD36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19" name="Line 477">
                    <a:extLst>
                      <a:ext uri="{FF2B5EF4-FFF2-40B4-BE49-F238E27FC236}">
                        <a16:creationId xmlns:a16="http://schemas.microsoft.com/office/drawing/2014/main" id="{81C92E4F-D9E8-B6E0-7828-D20FD9A5347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20" name="Line 478">
                    <a:extLst>
                      <a:ext uri="{FF2B5EF4-FFF2-40B4-BE49-F238E27FC236}">
                        <a16:creationId xmlns:a16="http://schemas.microsoft.com/office/drawing/2014/main" id="{F6C15B44-0180-7B4E-564E-AC0EA4937D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21" name="Line 479">
                    <a:extLst>
                      <a:ext uri="{FF2B5EF4-FFF2-40B4-BE49-F238E27FC236}">
                        <a16:creationId xmlns:a16="http://schemas.microsoft.com/office/drawing/2014/main" id="{32F5CBCF-BF52-4A2A-8555-6DA24C95FD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22" name="Line 480">
                    <a:extLst>
                      <a:ext uri="{FF2B5EF4-FFF2-40B4-BE49-F238E27FC236}">
                        <a16:creationId xmlns:a16="http://schemas.microsoft.com/office/drawing/2014/main" id="{FEDC74C3-34B5-CF3E-DBCB-7AE81416D84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23" name="Line 481">
                    <a:extLst>
                      <a:ext uri="{FF2B5EF4-FFF2-40B4-BE49-F238E27FC236}">
                        <a16:creationId xmlns:a16="http://schemas.microsoft.com/office/drawing/2014/main" id="{B4BC8F8F-748C-08ED-B810-48B3916C51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24" name="Line 482">
                    <a:extLst>
                      <a:ext uri="{FF2B5EF4-FFF2-40B4-BE49-F238E27FC236}">
                        <a16:creationId xmlns:a16="http://schemas.microsoft.com/office/drawing/2014/main" id="{096E76B8-0EF5-9048-1A79-8D2CE7FAFE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25" name="Line 483">
                    <a:extLst>
                      <a:ext uri="{FF2B5EF4-FFF2-40B4-BE49-F238E27FC236}">
                        <a16:creationId xmlns:a16="http://schemas.microsoft.com/office/drawing/2014/main" id="{6C9CBACB-EA46-E552-48D6-CB3E07CE705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426" name="Straight Connector 425">
                    <a:extLst>
                      <a:ext uri="{FF2B5EF4-FFF2-40B4-BE49-F238E27FC236}">
                        <a16:creationId xmlns:a16="http://schemas.microsoft.com/office/drawing/2014/main" id="{87F8905B-A08B-9F83-2BE7-1307703472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694252" flipV="1">
                    <a:off x="7917384" y="3662109"/>
                    <a:ext cx="136106" cy="21941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  <a:headEnd type="non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7" name="Straight Connector 426">
                    <a:extLst>
                      <a:ext uri="{FF2B5EF4-FFF2-40B4-BE49-F238E27FC236}">
                        <a16:creationId xmlns:a16="http://schemas.microsoft.com/office/drawing/2014/main" id="{9793FC49-FC55-F579-5E4F-B9C2B93F61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694252" flipV="1">
                    <a:off x="7893495" y="4468574"/>
                    <a:ext cx="181668" cy="267893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61" name="Group 460">
                <a:extLst>
                  <a:ext uri="{FF2B5EF4-FFF2-40B4-BE49-F238E27FC236}">
                    <a16:creationId xmlns:a16="http://schemas.microsoft.com/office/drawing/2014/main" id="{589BDBFF-8A95-BE93-3709-0CADCB1964D6}"/>
                  </a:ext>
                </a:extLst>
              </p:cNvPr>
              <p:cNvGrpSpPr/>
              <p:nvPr/>
            </p:nvGrpSpPr>
            <p:grpSpPr>
              <a:xfrm>
                <a:off x="10969256" y="1728599"/>
                <a:ext cx="806897" cy="3878469"/>
                <a:chOff x="5108154" y="1714895"/>
                <a:chExt cx="806897" cy="3878469"/>
              </a:xfrm>
            </p:grpSpPr>
            <p:grpSp>
              <p:nvGrpSpPr>
                <p:cNvPr id="462" name="Group 461">
                  <a:extLst>
                    <a:ext uri="{FF2B5EF4-FFF2-40B4-BE49-F238E27FC236}">
                      <a16:creationId xmlns:a16="http://schemas.microsoft.com/office/drawing/2014/main" id="{F52E685B-6BAB-13DB-9745-0D517E6F0975}"/>
                    </a:ext>
                  </a:extLst>
                </p:cNvPr>
                <p:cNvGrpSpPr/>
                <p:nvPr/>
              </p:nvGrpSpPr>
              <p:grpSpPr>
                <a:xfrm rot="10087998">
                  <a:off x="5114084" y="1714895"/>
                  <a:ext cx="242888" cy="1911181"/>
                  <a:chOff x="7860988" y="3251425"/>
                  <a:chExt cx="242888" cy="1911181"/>
                </a:xfrm>
              </p:grpSpPr>
              <p:sp>
                <p:nvSpPr>
                  <p:cNvPr id="499" name="Line 475">
                    <a:extLst>
                      <a:ext uri="{FF2B5EF4-FFF2-40B4-BE49-F238E27FC236}">
                        <a16:creationId xmlns:a16="http://schemas.microsoft.com/office/drawing/2014/main" id="{09335D9C-8DE1-A56B-E9C6-D7475755CD7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500" name="Line 476">
                    <a:extLst>
                      <a:ext uri="{FF2B5EF4-FFF2-40B4-BE49-F238E27FC236}">
                        <a16:creationId xmlns:a16="http://schemas.microsoft.com/office/drawing/2014/main" id="{76B88BBB-4658-A81E-C548-B1CD780136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501" name="Line 477">
                    <a:extLst>
                      <a:ext uri="{FF2B5EF4-FFF2-40B4-BE49-F238E27FC236}">
                        <a16:creationId xmlns:a16="http://schemas.microsoft.com/office/drawing/2014/main" id="{7B1FB30C-9D63-D2F8-D9C9-253E08B55C8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502" name="Line 478">
                    <a:extLst>
                      <a:ext uri="{FF2B5EF4-FFF2-40B4-BE49-F238E27FC236}">
                        <a16:creationId xmlns:a16="http://schemas.microsoft.com/office/drawing/2014/main" id="{760DE15F-93E2-AEA3-185D-CC7DE4C508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503" name="Line 479">
                    <a:extLst>
                      <a:ext uri="{FF2B5EF4-FFF2-40B4-BE49-F238E27FC236}">
                        <a16:creationId xmlns:a16="http://schemas.microsoft.com/office/drawing/2014/main" id="{120ECEBC-70AE-E072-F3B9-B42C49176F7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504" name="Line 480">
                    <a:extLst>
                      <a:ext uri="{FF2B5EF4-FFF2-40B4-BE49-F238E27FC236}">
                        <a16:creationId xmlns:a16="http://schemas.microsoft.com/office/drawing/2014/main" id="{DDB6A0E0-4E6F-98BB-5D00-BC5EC25F84E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505" name="Line 481">
                    <a:extLst>
                      <a:ext uri="{FF2B5EF4-FFF2-40B4-BE49-F238E27FC236}">
                        <a16:creationId xmlns:a16="http://schemas.microsoft.com/office/drawing/2014/main" id="{2AA3505C-8325-F395-3D75-392E5CCEF65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506" name="Line 482">
                    <a:extLst>
                      <a:ext uri="{FF2B5EF4-FFF2-40B4-BE49-F238E27FC236}">
                        <a16:creationId xmlns:a16="http://schemas.microsoft.com/office/drawing/2014/main" id="{7141BE45-86E7-A2CE-B622-05B5CA7300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507" name="Line 483">
                    <a:extLst>
                      <a:ext uri="{FF2B5EF4-FFF2-40B4-BE49-F238E27FC236}">
                        <a16:creationId xmlns:a16="http://schemas.microsoft.com/office/drawing/2014/main" id="{491DEA51-9C01-C7F8-2117-09D93044819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508" name="Straight Connector 507">
                    <a:extLst>
                      <a:ext uri="{FF2B5EF4-FFF2-40B4-BE49-F238E27FC236}">
                        <a16:creationId xmlns:a16="http://schemas.microsoft.com/office/drawing/2014/main" id="{914130BB-1188-A1FE-0D7E-F18AE6840A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1512002" flipH="1" flipV="1">
                    <a:off x="7909442" y="3251425"/>
                    <a:ext cx="150866" cy="64061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  <a:headEnd type="non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9" name="Straight Connector 508">
                    <a:extLst>
                      <a:ext uri="{FF2B5EF4-FFF2-40B4-BE49-F238E27FC236}">
                        <a16:creationId xmlns:a16="http://schemas.microsoft.com/office/drawing/2014/main" id="{DAEE2C45-B948-9905-6DE9-D7E2D3D64C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1512002" flipH="1" flipV="1">
                    <a:off x="7906610" y="4449575"/>
                    <a:ext cx="160403" cy="71303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3" name="Group 462">
                  <a:extLst>
                    <a:ext uri="{FF2B5EF4-FFF2-40B4-BE49-F238E27FC236}">
                      <a16:creationId xmlns:a16="http://schemas.microsoft.com/office/drawing/2014/main" id="{F16E5675-BCC1-B8A8-84FA-E12F075C58C4}"/>
                    </a:ext>
                  </a:extLst>
                </p:cNvPr>
                <p:cNvGrpSpPr/>
                <p:nvPr/>
              </p:nvGrpSpPr>
              <p:grpSpPr>
                <a:xfrm rot="11512002" flipV="1">
                  <a:off x="5108154" y="3682183"/>
                  <a:ext cx="242888" cy="1911181"/>
                  <a:chOff x="7860988" y="3251425"/>
                  <a:chExt cx="242888" cy="1911181"/>
                </a:xfrm>
              </p:grpSpPr>
              <p:sp>
                <p:nvSpPr>
                  <p:cNvPr id="488" name="Line 475">
                    <a:extLst>
                      <a:ext uri="{FF2B5EF4-FFF2-40B4-BE49-F238E27FC236}">
                        <a16:creationId xmlns:a16="http://schemas.microsoft.com/office/drawing/2014/main" id="{ACFFE384-78E3-005F-0A12-A4D1B295D74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89" name="Line 476">
                    <a:extLst>
                      <a:ext uri="{FF2B5EF4-FFF2-40B4-BE49-F238E27FC236}">
                        <a16:creationId xmlns:a16="http://schemas.microsoft.com/office/drawing/2014/main" id="{F7532246-1EF2-A897-044A-A690DEAE5FA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90" name="Line 477">
                    <a:extLst>
                      <a:ext uri="{FF2B5EF4-FFF2-40B4-BE49-F238E27FC236}">
                        <a16:creationId xmlns:a16="http://schemas.microsoft.com/office/drawing/2014/main" id="{9D67FC44-8C10-014F-0034-FDF849DB01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91" name="Line 478">
                    <a:extLst>
                      <a:ext uri="{FF2B5EF4-FFF2-40B4-BE49-F238E27FC236}">
                        <a16:creationId xmlns:a16="http://schemas.microsoft.com/office/drawing/2014/main" id="{93F7CDB0-49F1-4716-69DA-91F24786576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92" name="Line 479">
                    <a:extLst>
                      <a:ext uri="{FF2B5EF4-FFF2-40B4-BE49-F238E27FC236}">
                        <a16:creationId xmlns:a16="http://schemas.microsoft.com/office/drawing/2014/main" id="{3969CC50-ED70-B472-B2D7-11CDC66D5BA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93" name="Line 480">
                    <a:extLst>
                      <a:ext uri="{FF2B5EF4-FFF2-40B4-BE49-F238E27FC236}">
                        <a16:creationId xmlns:a16="http://schemas.microsoft.com/office/drawing/2014/main" id="{891FF61C-DC4E-6522-579B-DA4ECD99CB1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94" name="Line 481">
                    <a:extLst>
                      <a:ext uri="{FF2B5EF4-FFF2-40B4-BE49-F238E27FC236}">
                        <a16:creationId xmlns:a16="http://schemas.microsoft.com/office/drawing/2014/main" id="{379FEE52-84BE-789E-9BAD-0308DB68CB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95" name="Line 482">
                    <a:extLst>
                      <a:ext uri="{FF2B5EF4-FFF2-40B4-BE49-F238E27FC236}">
                        <a16:creationId xmlns:a16="http://schemas.microsoft.com/office/drawing/2014/main" id="{657E0336-AC89-C463-E503-27B7FC9E553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96" name="Line 483">
                    <a:extLst>
                      <a:ext uri="{FF2B5EF4-FFF2-40B4-BE49-F238E27FC236}">
                        <a16:creationId xmlns:a16="http://schemas.microsoft.com/office/drawing/2014/main" id="{BCEFE268-677A-841C-513D-F982689A7AE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497" name="Straight Connector 496">
                    <a:extLst>
                      <a:ext uri="{FF2B5EF4-FFF2-40B4-BE49-F238E27FC236}">
                        <a16:creationId xmlns:a16="http://schemas.microsoft.com/office/drawing/2014/main" id="{C05ACDDE-10C3-8937-7D40-5A882FF2FA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1512002" flipH="1" flipV="1">
                    <a:off x="7909442" y="3251425"/>
                    <a:ext cx="150866" cy="64061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  <a:headEnd type="non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8" name="Straight Connector 497">
                    <a:extLst>
                      <a:ext uri="{FF2B5EF4-FFF2-40B4-BE49-F238E27FC236}">
                        <a16:creationId xmlns:a16="http://schemas.microsoft.com/office/drawing/2014/main" id="{A4E8E5CC-6598-6178-2F5E-8221987649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1512002" flipH="1" flipV="1">
                    <a:off x="7906610" y="4449575"/>
                    <a:ext cx="160403" cy="71303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4" name="Group 463">
                  <a:extLst>
                    <a:ext uri="{FF2B5EF4-FFF2-40B4-BE49-F238E27FC236}">
                      <a16:creationId xmlns:a16="http://schemas.microsoft.com/office/drawing/2014/main" id="{4DF91A42-97A9-A447-BC39-F7E026521D8F}"/>
                    </a:ext>
                  </a:extLst>
                </p:cNvPr>
                <p:cNvGrpSpPr/>
                <p:nvPr/>
              </p:nvGrpSpPr>
              <p:grpSpPr>
                <a:xfrm rot="12905748">
                  <a:off x="5667402" y="2631885"/>
                  <a:ext cx="242888" cy="1074358"/>
                  <a:chOff x="7860988" y="3662109"/>
                  <a:chExt cx="242888" cy="1074358"/>
                </a:xfrm>
              </p:grpSpPr>
              <p:sp>
                <p:nvSpPr>
                  <p:cNvPr id="477" name="Line 475">
                    <a:extLst>
                      <a:ext uri="{FF2B5EF4-FFF2-40B4-BE49-F238E27FC236}">
                        <a16:creationId xmlns:a16="http://schemas.microsoft.com/office/drawing/2014/main" id="{86CEAF3F-8E93-D5BF-E2A8-67CBDC69DAC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78" name="Line 476">
                    <a:extLst>
                      <a:ext uri="{FF2B5EF4-FFF2-40B4-BE49-F238E27FC236}">
                        <a16:creationId xmlns:a16="http://schemas.microsoft.com/office/drawing/2014/main" id="{DE0F398B-D4A1-6F80-5D02-6CDA278A0E3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79" name="Line 477">
                    <a:extLst>
                      <a:ext uri="{FF2B5EF4-FFF2-40B4-BE49-F238E27FC236}">
                        <a16:creationId xmlns:a16="http://schemas.microsoft.com/office/drawing/2014/main" id="{006C3DEC-0CAF-5732-018A-DD243DFD87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80" name="Line 478">
                    <a:extLst>
                      <a:ext uri="{FF2B5EF4-FFF2-40B4-BE49-F238E27FC236}">
                        <a16:creationId xmlns:a16="http://schemas.microsoft.com/office/drawing/2014/main" id="{8B98CC4E-81D4-85A2-EFA7-EDECE6D042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81" name="Line 479">
                    <a:extLst>
                      <a:ext uri="{FF2B5EF4-FFF2-40B4-BE49-F238E27FC236}">
                        <a16:creationId xmlns:a16="http://schemas.microsoft.com/office/drawing/2014/main" id="{BAA8F3BA-977E-9812-755E-8F3CD9615C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82" name="Line 480">
                    <a:extLst>
                      <a:ext uri="{FF2B5EF4-FFF2-40B4-BE49-F238E27FC236}">
                        <a16:creationId xmlns:a16="http://schemas.microsoft.com/office/drawing/2014/main" id="{9CE351D3-5A0A-2F19-94E4-DECFAF3885E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83" name="Line 481">
                    <a:extLst>
                      <a:ext uri="{FF2B5EF4-FFF2-40B4-BE49-F238E27FC236}">
                        <a16:creationId xmlns:a16="http://schemas.microsoft.com/office/drawing/2014/main" id="{C665D0D8-AA02-9930-F7DB-D2EB1B35484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84" name="Line 482">
                    <a:extLst>
                      <a:ext uri="{FF2B5EF4-FFF2-40B4-BE49-F238E27FC236}">
                        <a16:creationId xmlns:a16="http://schemas.microsoft.com/office/drawing/2014/main" id="{650B9945-E704-3B81-BDF9-056ECDD15A5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85" name="Line 483">
                    <a:extLst>
                      <a:ext uri="{FF2B5EF4-FFF2-40B4-BE49-F238E27FC236}">
                        <a16:creationId xmlns:a16="http://schemas.microsoft.com/office/drawing/2014/main" id="{FEE94ED8-D3BC-8880-241F-D8DF370E19D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486" name="Straight Connector 485">
                    <a:extLst>
                      <a:ext uri="{FF2B5EF4-FFF2-40B4-BE49-F238E27FC236}">
                        <a16:creationId xmlns:a16="http://schemas.microsoft.com/office/drawing/2014/main" id="{331D7727-0666-817A-2777-3D337444F7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694252" flipV="1">
                    <a:off x="7917384" y="3662109"/>
                    <a:ext cx="136106" cy="21941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  <a:headEnd type="non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7" name="Straight Connector 486">
                    <a:extLst>
                      <a:ext uri="{FF2B5EF4-FFF2-40B4-BE49-F238E27FC236}">
                        <a16:creationId xmlns:a16="http://schemas.microsoft.com/office/drawing/2014/main" id="{1DC0D439-782E-D44F-A62B-23302CFCD2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694252" flipV="1">
                    <a:off x="7893495" y="4468574"/>
                    <a:ext cx="181668" cy="267893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5" name="Group 464">
                  <a:extLst>
                    <a:ext uri="{FF2B5EF4-FFF2-40B4-BE49-F238E27FC236}">
                      <a16:creationId xmlns:a16="http://schemas.microsoft.com/office/drawing/2014/main" id="{78210004-FE68-97A1-B7E9-F24C98C2D8E4}"/>
                    </a:ext>
                  </a:extLst>
                </p:cNvPr>
                <p:cNvGrpSpPr/>
                <p:nvPr/>
              </p:nvGrpSpPr>
              <p:grpSpPr>
                <a:xfrm rot="8694252" flipV="1">
                  <a:off x="5672163" y="3610426"/>
                  <a:ext cx="242888" cy="1074358"/>
                  <a:chOff x="7860988" y="3662109"/>
                  <a:chExt cx="242888" cy="1074358"/>
                </a:xfrm>
              </p:grpSpPr>
              <p:sp>
                <p:nvSpPr>
                  <p:cNvPr id="466" name="Line 475">
                    <a:extLst>
                      <a:ext uri="{FF2B5EF4-FFF2-40B4-BE49-F238E27FC236}">
                        <a16:creationId xmlns:a16="http://schemas.microsoft.com/office/drawing/2014/main" id="{0ADF8549-5ACC-1BCA-E463-C1E3A05D9EB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67" name="Line 476">
                    <a:extLst>
                      <a:ext uri="{FF2B5EF4-FFF2-40B4-BE49-F238E27FC236}">
                        <a16:creationId xmlns:a16="http://schemas.microsoft.com/office/drawing/2014/main" id="{C2396CDA-AEAD-C85C-8241-5B93885D5D0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68" name="Line 477">
                    <a:extLst>
                      <a:ext uri="{FF2B5EF4-FFF2-40B4-BE49-F238E27FC236}">
                        <a16:creationId xmlns:a16="http://schemas.microsoft.com/office/drawing/2014/main" id="{C17905A3-FD90-2999-EDBA-0EDAA5BC09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69" name="Line 478">
                    <a:extLst>
                      <a:ext uri="{FF2B5EF4-FFF2-40B4-BE49-F238E27FC236}">
                        <a16:creationId xmlns:a16="http://schemas.microsoft.com/office/drawing/2014/main" id="{89793062-2D1A-9170-8A07-74B51AB8BD1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70" name="Line 479">
                    <a:extLst>
                      <a:ext uri="{FF2B5EF4-FFF2-40B4-BE49-F238E27FC236}">
                        <a16:creationId xmlns:a16="http://schemas.microsoft.com/office/drawing/2014/main" id="{CBE41BE8-EF28-489D-8FA1-A80CD513848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71" name="Line 480">
                    <a:extLst>
                      <a:ext uri="{FF2B5EF4-FFF2-40B4-BE49-F238E27FC236}">
                        <a16:creationId xmlns:a16="http://schemas.microsoft.com/office/drawing/2014/main" id="{4430E65A-51B2-BBBA-F0F8-0B1069B04A8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72" name="Line 481">
                    <a:extLst>
                      <a:ext uri="{FF2B5EF4-FFF2-40B4-BE49-F238E27FC236}">
                        <a16:creationId xmlns:a16="http://schemas.microsoft.com/office/drawing/2014/main" id="{0F581161-352E-2E5F-394A-E11D1BB6571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73" name="Line 482">
                    <a:extLst>
                      <a:ext uri="{FF2B5EF4-FFF2-40B4-BE49-F238E27FC236}">
                        <a16:creationId xmlns:a16="http://schemas.microsoft.com/office/drawing/2014/main" id="{35512A46-A5D7-1035-2782-3F9466FE497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474" name="Line 483">
                    <a:extLst>
                      <a:ext uri="{FF2B5EF4-FFF2-40B4-BE49-F238E27FC236}">
                        <a16:creationId xmlns:a16="http://schemas.microsoft.com/office/drawing/2014/main" id="{8B7C5234-EAEB-592E-7EBC-20F8D49F855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475" name="Straight Connector 474">
                    <a:extLst>
                      <a:ext uri="{FF2B5EF4-FFF2-40B4-BE49-F238E27FC236}">
                        <a16:creationId xmlns:a16="http://schemas.microsoft.com/office/drawing/2014/main" id="{C3C3646F-8B9B-8A1E-F923-C9F9B0B59C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694252" flipV="1">
                    <a:off x="7917384" y="3662109"/>
                    <a:ext cx="136106" cy="219411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  <a:headEnd type="non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6" name="Straight Connector 475">
                    <a:extLst>
                      <a:ext uri="{FF2B5EF4-FFF2-40B4-BE49-F238E27FC236}">
                        <a16:creationId xmlns:a16="http://schemas.microsoft.com/office/drawing/2014/main" id="{EF8D8C93-7290-68D8-9DE5-D022E04272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8694252" flipV="1">
                    <a:off x="7893495" y="4468574"/>
                    <a:ext cx="181668" cy="267893"/>
                  </a:xfrm>
                  <a:prstGeom prst="line">
                    <a:avLst/>
                  </a:prstGeom>
                  <a:ln cap="rnd">
                    <a:solidFill>
                      <a:schemeClr val="tx1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8" name="TextBox 607">
                  <a:extLst>
                    <a:ext uri="{FF2B5EF4-FFF2-40B4-BE49-F238E27FC236}">
                      <a16:creationId xmlns:a16="http://schemas.microsoft.com/office/drawing/2014/main" id="{6E24B41B-A098-9F83-FCF5-EB97E72CBE89}"/>
                    </a:ext>
                  </a:extLst>
                </p:cNvPr>
                <p:cNvSpPr txBox="1"/>
                <p:nvPr/>
              </p:nvSpPr>
              <p:spPr>
                <a:xfrm>
                  <a:off x="5971966" y="2968287"/>
                  <a:ext cx="519501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𝑟𝑏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08" name="TextBox 607">
                  <a:extLst>
                    <a:ext uri="{FF2B5EF4-FFF2-40B4-BE49-F238E27FC236}">
                      <a16:creationId xmlns:a16="http://schemas.microsoft.com/office/drawing/2014/main" id="{6E24B41B-A098-9F83-FCF5-EB97E72CBE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1966" y="2968287"/>
                  <a:ext cx="519501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4286" r="-4762" b="-9677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E0F32C-50EC-D386-81A3-7BBE85730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28648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C4D8-DF1B-8E2F-5320-B56D0F75A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Transverse </a:t>
            </a:r>
            <a:r>
              <a:rPr lang="en-US" dirty="0" err="1"/>
              <a:t>conductances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6" name="Content Placeholder 825">
                <a:extLst>
                  <a:ext uri="{FF2B5EF4-FFF2-40B4-BE49-F238E27FC236}">
                    <a16:creationId xmlns:a16="http://schemas.microsoft.com/office/drawing/2014/main" id="{17CD7A55-BAC1-3F82-37A0-12BE76B4568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043351" y="1825625"/>
                <a:ext cx="4701345" cy="4800806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New (black) edge-to-node incidence matrix </a:t>
                </a:r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endParaRPr lang="it-IT" b="1" dirty="0"/>
              </a:p>
              <a:p>
                <a:r>
                  <a:rPr lang="it-IT" dirty="0" err="1"/>
                  <a:t>Diagonal</a:t>
                </a:r>
                <a:r>
                  <a:rPr lang="it-IT" dirty="0"/>
                  <a:t> </a:t>
                </a:r>
                <a:r>
                  <a:rPr lang="it-IT" dirty="0" err="1"/>
                  <a:t>matrix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sub>
                    </m:sSub>
                  </m:oMath>
                </a14:m>
                <a:r>
                  <a:rPr lang="it-IT" dirty="0"/>
                  <a:t> with </a:t>
                </a:r>
                <a:r>
                  <a:rPr lang="it-IT" dirty="0" err="1"/>
                  <a:t>conductances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it-IT" dirty="0"/>
              </a:p>
              <a:p>
                <a:r>
                  <a:rPr lang="it-IT" dirty="0"/>
                  <a:t>Voltage </a:t>
                </a:r>
                <a:r>
                  <a:rPr lang="it-IT" dirty="0" err="1"/>
                  <a:t>along</a:t>
                </a:r>
                <a:r>
                  <a:rPr lang="it-IT" dirty="0"/>
                  <a:t> black </a:t>
                </a:r>
                <a:r>
                  <a:rPr lang="it-IT" dirty="0" err="1"/>
                  <a:t>edges</a:t>
                </a:r>
                <a:endParaRPr lang="it-IT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Current through black edges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KCL for black edges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sub>
                      </m:sSub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26" name="Content Placeholder 825">
                <a:extLst>
                  <a:ext uri="{FF2B5EF4-FFF2-40B4-BE49-F238E27FC236}">
                    <a16:creationId xmlns:a16="http://schemas.microsoft.com/office/drawing/2014/main" id="{17CD7A55-BAC1-3F82-37A0-12BE76B45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043351" y="1825625"/>
                <a:ext cx="4701345" cy="4800806"/>
              </a:xfrm>
              <a:blipFill>
                <a:blip r:embed="rId2"/>
                <a:stretch>
                  <a:fillRect l="-1887" t="-184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67" name="Group 1066">
            <a:extLst>
              <a:ext uri="{FF2B5EF4-FFF2-40B4-BE49-F238E27FC236}">
                <a16:creationId xmlns:a16="http://schemas.microsoft.com/office/drawing/2014/main" id="{77FB1B48-209C-A623-3804-A10EB9315BEB}"/>
              </a:ext>
            </a:extLst>
          </p:cNvPr>
          <p:cNvGrpSpPr/>
          <p:nvPr/>
        </p:nvGrpSpPr>
        <p:grpSpPr>
          <a:xfrm>
            <a:off x="239054" y="2224017"/>
            <a:ext cx="6919047" cy="3120228"/>
            <a:chOff x="3326638" y="1998390"/>
            <a:chExt cx="6919047" cy="3120228"/>
          </a:xfrm>
        </p:grpSpPr>
        <p:grpSp>
          <p:nvGrpSpPr>
            <p:cNvPr id="827" name="Group 826">
              <a:extLst>
                <a:ext uri="{FF2B5EF4-FFF2-40B4-BE49-F238E27FC236}">
                  <a16:creationId xmlns:a16="http://schemas.microsoft.com/office/drawing/2014/main" id="{FDE1C7EE-D6D4-6D94-D784-8B730B3A5317}"/>
                </a:ext>
              </a:extLst>
            </p:cNvPr>
            <p:cNvGrpSpPr/>
            <p:nvPr/>
          </p:nvGrpSpPr>
          <p:grpSpPr>
            <a:xfrm>
              <a:off x="6512421" y="2365569"/>
              <a:ext cx="242888" cy="1364471"/>
              <a:chOff x="5974557" y="5240604"/>
              <a:chExt cx="242888" cy="1364471"/>
            </a:xfrm>
          </p:grpSpPr>
          <p:sp>
            <p:nvSpPr>
              <p:cNvPr id="828" name="Line 475">
                <a:extLst>
                  <a:ext uri="{FF2B5EF4-FFF2-40B4-BE49-F238E27FC236}">
                    <a16:creationId xmlns:a16="http://schemas.microsoft.com/office/drawing/2014/main" id="{F9F32C30-A505-1A43-5E77-9C88C7D8C0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2663" y="55489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29" name="Line 476">
                <a:extLst>
                  <a:ext uri="{FF2B5EF4-FFF2-40B4-BE49-F238E27FC236}">
                    <a16:creationId xmlns:a16="http://schemas.microsoft.com/office/drawing/2014/main" id="{D46482B9-718F-F814-CA2B-D070306D13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2663" y="561566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30" name="Line 477">
                <a:extLst>
                  <a:ext uri="{FF2B5EF4-FFF2-40B4-BE49-F238E27FC236}">
                    <a16:creationId xmlns:a16="http://schemas.microsoft.com/office/drawing/2014/main" id="{23F0DBCF-8203-CAAF-E68B-A2B5C0FFF5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2663" y="568392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31" name="Line 478">
                <a:extLst>
                  <a:ext uri="{FF2B5EF4-FFF2-40B4-BE49-F238E27FC236}">
                    <a16:creationId xmlns:a16="http://schemas.microsoft.com/office/drawing/2014/main" id="{40FB450C-1041-FE8B-D8D0-4CB39228E3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2663" y="575536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32" name="Line 479">
                <a:extLst>
                  <a:ext uri="{FF2B5EF4-FFF2-40B4-BE49-F238E27FC236}">
                    <a16:creationId xmlns:a16="http://schemas.microsoft.com/office/drawing/2014/main" id="{9EEF62DD-A4E4-6383-1099-39224D9BF3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1075" y="58252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33" name="Line 480">
                <a:extLst>
                  <a:ext uri="{FF2B5EF4-FFF2-40B4-BE49-F238E27FC236}">
                    <a16:creationId xmlns:a16="http://schemas.microsoft.com/office/drawing/2014/main" id="{E52E6BD4-629B-1C31-3692-F94E252FE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1075" y="589189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34" name="Line 481">
                <a:extLst>
                  <a:ext uri="{FF2B5EF4-FFF2-40B4-BE49-F238E27FC236}">
                    <a16:creationId xmlns:a16="http://schemas.microsoft.com/office/drawing/2014/main" id="{C9518814-0430-5452-DD71-6DC542F48C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1075" y="59601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35" name="Line 482">
                <a:extLst>
                  <a:ext uri="{FF2B5EF4-FFF2-40B4-BE49-F238E27FC236}">
                    <a16:creationId xmlns:a16="http://schemas.microsoft.com/office/drawing/2014/main" id="{9063A4AE-426A-5F5C-BE70-41B6A1A329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143628" y="6071278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36" name="Line 483">
                <a:extLst>
                  <a:ext uri="{FF2B5EF4-FFF2-40B4-BE49-F238E27FC236}">
                    <a16:creationId xmlns:a16="http://schemas.microsoft.com/office/drawing/2014/main" id="{CAF156A6-D272-5EC6-3AFD-1FD750FC43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24435" y="5555213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837" name="Straight Connector 836">
                <a:extLst>
                  <a:ext uri="{FF2B5EF4-FFF2-40B4-BE49-F238E27FC236}">
                    <a16:creationId xmlns:a16="http://schemas.microsoft.com/office/drawing/2014/main" id="{E532322B-2F6C-85E9-03A4-9BB942F523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0984" y="6143506"/>
                <a:ext cx="968" cy="461569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  <a:headEnd type="non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8" name="Straight Connector 837">
                <a:extLst>
                  <a:ext uri="{FF2B5EF4-FFF2-40B4-BE49-F238E27FC236}">
                    <a16:creationId xmlns:a16="http://schemas.microsoft.com/office/drawing/2014/main" id="{D46B4352-9E66-4AC9-7FC1-AFB9BE6CE9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90984" y="5240604"/>
                <a:ext cx="2587" cy="359725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9" name="Group 838">
              <a:extLst>
                <a:ext uri="{FF2B5EF4-FFF2-40B4-BE49-F238E27FC236}">
                  <a16:creationId xmlns:a16="http://schemas.microsoft.com/office/drawing/2014/main" id="{943B1911-A248-9412-E6AB-0DEC46ECAEDD}"/>
                </a:ext>
              </a:extLst>
            </p:cNvPr>
            <p:cNvGrpSpPr/>
            <p:nvPr/>
          </p:nvGrpSpPr>
          <p:grpSpPr>
            <a:xfrm>
              <a:off x="6507404" y="3607741"/>
              <a:ext cx="242888" cy="1364471"/>
              <a:chOff x="5974557" y="5240604"/>
              <a:chExt cx="242888" cy="1364471"/>
            </a:xfrm>
          </p:grpSpPr>
          <p:sp>
            <p:nvSpPr>
              <p:cNvPr id="840" name="Line 475">
                <a:extLst>
                  <a:ext uri="{FF2B5EF4-FFF2-40B4-BE49-F238E27FC236}">
                    <a16:creationId xmlns:a16="http://schemas.microsoft.com/office/drawing/2014/main" id="{3B3E6900-83C4-9BBB-157C-56D8E27EEA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2663" y="55489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41" name="Line 476">
                <a:extLst>
                  <a:ext uri="{FF2B5EF4-FFF2-40B4-BE49-F238E27FC236}">
                    <a16:creationId xmlns:a16="http://schemas.microsoft.com/office/drawing/2014/main" id="{8A30F15B-E008-5C7A-B790-CBE72A37C7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2663" y="561566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42" name="Line 477">
                <a:extLst>
                  <a:ext uri="{FF2B5EF4-FFF2-40B4-BE49-F238E27FC236}">
                    <a16:creationId xmlns:a16="http://schemas.microsoft.com/office/drawing/2014/main" id="{E990B06A-6090-E12E-D0E2-A67A16D2CA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2663" y="568392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43" name="Line 478">
                <a:extLst>
                  <a:ext uri="{FF2B5EF4-FFF2-40B4-BE49-F238E27FC236}">
                    <a16:creationId xmlns:a16="http://schemas.microsoft.com/office/drawing/2014/main" id="{CC87CF95-6C9A-20E5-7F9C-C54F6D8477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2663" y="575536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44" name="Line 479">
                <a:extLst>
                  <a:ext uri="{FF2B5EF4-FFF2-40B4-BE49-F238E27FC236}">
                    <a16:creationId xmlns:a16="http://schemas.microsoft.com/office/drawing/2014/main" id="{D265EC67-034C-2176-5FBD-B35A20A50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1075" y="58252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45" name="Line 480">
                <a:extLst>
                  <a:ext uri="{FF2B5EF4-FFF2-40B4-BE49-F238E27FC236}">
                    <a16:creationId xmlns:a16="http://schemas.microsoft.com/office/drawing/2014/main" id="{F71DD647-DA3A-420E-0957-15FA442542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1075" y="589189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46" name="Line 481">
                <a:extLst>
                  <a:ext uri="{FF2B5EF4-FFF2-40B4-BE49-F238E27FC236}">
                    <a16:creationId xmlns:a16="http://schemas.microsoft.com/office/drawing/2014/main" id="{3C9CB6E8-4961-8F94-10DE-E847574D0A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1075" y="59601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47" name="Line 482">
                <a:extLst>
                  <a:ext uri="{FF2B5EF4-FFF2-40B4-BE49-F238E27FC236}">
                    <a16:creationId xmlns:a16="http://schemas.microsoft.com/office/drawing/2014/main" id="{5760039E-C02B-D95A-B63B-7F9C7A4F78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143628" y="6071278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48" name="Line 483">
                <a:extLst>
                  <a:ext uri="{FF2B5EF4-FFF2-40B4-BE49-F238E27FC236}">
                    <a16:creationId xmlns:a16="http://schemas.microsoft.com/office/drawing/2014/main" id="{4C00E9DA-1880-FBAA-1D1A-5CFF026FB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24435" y="5555213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849" name="Straight Connector 848">
                <a:extLst>
                  <a:ext uri="{FF2B5EF4-FFF2-40B4-BE49-F238E27FC236}">
                    <a16:creationId xmlns:a16="http://schemas.microsoft.com/office/drawing/2014/main" id="{6E6FF3D7-7990-C9EC-2581-E48DE9CBCD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0984" y="6143506"/>
                <a:ext cx="968" cy="461569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  <a:headEnd type="non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0" name="Straight Connector 849">
                <a:extLst>
                  <a:ext uri="{FF2B5EF4-FFF2-40B4-BE49-F238E27FC236}">
                    <a16:creationId xmlns:a16="http://schemas.microsoft.com/office/drawing/2014/main" id="{03A4694E-8190-8FBA-CACE-F4729921EC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90984" y="5240604"/>
                <a:ext cx="2587" cy="359725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51" name="Group 850">
              <a:extLst>
                <a:ext uri="{FF2B5EF4-FFF2-40B4-BE49-F238E27FC236}">
                  <a16:creationId xmlns:a16="http://schemas.microsoft.com/office/drawing/2014/main" id="{C97E5367-AF23-67CB-298A-C83A4E592CFF}"/>
                </a:ext>
              </a:extLst>
            </p:cNvPr>
            <p:cNvGrpSpPr/>
            <p:nvPr/>
          </p:nvGrpSpPr>
          <p:grpSpPr>
            <a:xfrm>
              <a:off x="9446015" y="2359407"/>
              <a:ext cx="242888" cy="1364471"/>
              <a:chOff x="5974557" y="5240604"/>
              <a:chExt cx="242888" cy="1364471"/>
            </a:xfrm>
          </p:grpSpPr>
          <p:sp>
            <p:nvSpPr>
              <p:cNvPr id="852" name="Line 475">
                <a:extLst>
                  <a:ext uri="{FF2B5EF4-FFF2-40B4-BE49-F238E27FC236}">
                    <a16:creationId xmlns:a16="http://schemas.microsoft.com/office/drawing/2014/main" id="{BD1CF4D2-56E4-9AB2-9440-7F8CEF4B45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2663" y="55489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53" name="Line 476">
                <a:extLst>
                  <a:ext uri="{FF2B5EF4-FFF2-40B4-BE49-F238E27FC236}">
                    <a16:creationId xmlns:a16="http://schemas.microsoft.com/office/drawing/2014/main" id="{2C3D5707-3EA7-D793-1364-82D30A5FEF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2663" y="561566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54" name="Line 477">
                <a:extLst>
                  <a:ext uri="{FF2B5EF4-FFF2-40B4-BE49-F238E27FC236}">
                    <a16:creationId xmlns:a16="http://schemas.microsoft.com/office/drawing/2014/main" id="{CA0020FC-3CEB-4519-9E14-66C1013F42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2663" y="568392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55" name="Line 478">
                <a:extLst>
                  <a:ext uri="{FF2B5EF4-FFF2-40B4-BE49-F238E27FC236}">
                    <a16:creationId xmlns:a16="http://schemas.microsoft.com/office/drawing/2014/main" id="{AEA8D89F-D0D9-F5F1-45DE-A9782619B0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2663" y="575536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56" name="Line 479">
                <a:extLst>
                  <a:ext uri="{FF2B5EF4-FFF2-40B4-BE49-F238E27FC236}">
                    <a16:creationId xmlns:a16="http://schemas.microsoft.com/office/drawing/2014/main" id="{2FE412F0-3337-6293-3700-EAD01895DE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1075" y="58252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57" name="Line 480">
                <a:extLst>
                  <a:ext uri="{FF2B5EF4-FFF2-40B4-BE49-F238E27FC236}">
                    <a16:creationId xmlns:a16="http://schemas.microsoft.com/office/drawing/2014/main" id="{58320609-FB11-58A0-5764-C2E458CD76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1075" y="589189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58" name="Line 481">
                <a:extLst>
                  <a:ext uri="{FF2B5EF4-FFF2-40B4-BE49-F238E27FC236}">
                    <a16:creationId xmlns:a16="http://schemas.microsoft.com/office/drawing/2014/main" id="{B6E0F079-8AC4-2924-9D0C-6554EF5067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1075" y="59601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59" name="Line 482">
                <a:extLst>
                  <a:ext uri="{FF2B5EF4-FFF2-40B4-BE49-F238E27FC236}">
                    <a16:creationId xmlns:a16="http://schemas.microsoft.com/office/drawing/2014/main" id="{397F267C-6249-3A06-B3F3-BD9F10762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143628" y="6071278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60" name="Line 483">
                <a:extLst>
                  <a:ext uri="{FF2B5EF4-FFF2-40B4-BE49-F238E27FC236}">
                    <a16:creationId xmlns:a16="http://schemas.microsoft.com/office/drawing/2014/main" id="{F8F7E891-AB31-E20F-7CAB-14D0000BA5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24435" y="5555213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861" name="Straight Connector 860">
                <a:extLst>
                  <a:ext uri="{FF2B5EF4-FFF2-40B4-BE49-F238E27FC236}">
                    <a16:creationId xmlns:a16="http://schemas.microsoft.com/office/drawing/2014/main" id="{C13BB5C5-EDF8-C376-F20A-2717CA8D16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0984" y="6143506"/>
                <a:ext cx="968" cy="461569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  <a:headEnd type="non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2" name="Straight Connector 861">
                <a:extLst>
                  <a:ext uri="{FF2B5EF4-FFF2-40B4-BE49-F238E27FC236}">
                    <a16:creationId xmlns:a16="http://schemas.microsoft.com/office/drawing/2014/main" id="{E0985C30-C047-4202-1EAB-6DC0CB2652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90984" y="5240604"/>
                <a:ext cx="2587" cy="359725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3" name="Group 862">
              <a:extLst>
                <a:ext uri="{FF2B5EF4-FFF2-40B4-BE49-F238E27FC236}">
                  <a16:creationId xmlns:a16="http://schemas.microsoft.com/office/drawing/2014/main" id="{62E5B1BB-52E1-5C35-681F-C2F58D93C4EC}"/>
                </a:ext>
              </a:extLst>
            </p:cNvPr>
            <p:cNvGrpSpPr/>
            <p:nvPr/>
          </p:nvGrpSpPr>
          <p:grpSpPr>
            <a:xfrm>
              <a:off x="9440998" y="3601579"/>
              <a:ext cx="242888" cy="1364471"/>
              <a:chOff x="5974557" y="5240604"/>
              <a:chExt cx="242888" cy="1364471"/>
            </a:xfrm>
          </p:grpSpPr>
          <p:sp>
            <p:nvSpPr>
              <p:cNvPr id="864" name="Line 475">
                <a:extLst>
                  <a:ext uri="{FF2B5EF4-FFF2-40B4-BE49-F238E27FC236}">
                    <a16:creationId xmlns:a16="http://schemas.microsoft.com/office/drawing/2014/main" id="{D630DF25-EB69-71E6-F1F6-A66FFDFAB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2663" y="55489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65" name="Line 476">
                <a:extLst>
                  <a:ext uri="{FF2B5EF4-FFF2-40B4-BE49-F238E27FC236}">
                    <a16:creationId xmlns:a16="http://schemas.microsoft.com/office/drawing/2014/main" id="{0EFE408D-A2ED-ACB7-85C2-90075C5BBD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2663" y="561566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66" name="Line 477">
                <a:extLst>
                  <a:ext uri="{FF2B5EF4-FFF2-40B4-BE49-F238E27FC236}">
                    <a16:creationId xmlns:a16="http://schemas.microsoft.com/office/drawing/2014/main" id="{A3F04F74-0617-D396-5D54-6F889D27CA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2663" y="568392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67" name="Line 478">
                <a:extLst>
                  <a:ext uri="{FF2B5EF4-FFF2-40B4-BE49-F238E27FC236}">
                    <a16:creationId xmlns:a16="http://schemas.microsoft.com/office/drawing/2014/main" id="{73CC7AD0-D7BA-EB22-D82E-A050AB0F52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2663" y="575536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68" name="Line 479">
                <a:extLst>
                  <a:ext uri="{FF2B5EF4-FFF2-40B4-BE49-F238E27FC236}">
                    <a16:creationId xmlns:a16="http://schemas.microsoft.com/office/drawing/2014/main" id="{A91F1C66-0F94-39E3-3B10-5563590B59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1075" y="58252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69" name="Line 480">
                <a:extLst>
                  <a:ext uri="{FF2B5EF4-FFF2-40B4-BE49-F238E27FC236}">
                    <a16:creationId xmlns:a16="http://schemas.microsoft.com/office/drawing/2014/main" id="{B286EAF9-DDB0-03BF-F8E3-5CBABDEB41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1075" y="589189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70" name="Line 481">
                <a:extLst>
                  <a:ext uri="{FF2B5EF4-FFF2-40B4-BE49-F238E27FC236}">
                    <a16:creationId xmlns:a16="http://schemas.microsoft.com/office/drawing/2014/main" id="{AEDB3DF6-E531-7DC8-2DFB-D6D9B55B3D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1075" y="59601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71" name="Line 482">
                <a:extLst>
                  <a:ext uri="{FF2B5EF4-FFF2-40B4-BE49-F238E27FC236}">
                    <a16:creationId xmlns:a16="http://schemas.microsoft.com/office/drawing/2014/main" id="{AC8DF318-B01D-F7DC-7445-A197B9DBA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143628" y="6071278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72" name="Line 483">
                <a:extLst>
                  <a:ext uri="{FF2B5EF4-FFF2-40B4-BE49-F238E27FC236}">
                    <a16:creationId xmlns:a16="http://schemas.microsoft.com/office/drawing/2014/main" id="{686CA54D-7604-8B5D-AFD4-4675FC9CD0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24435" y="5555213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873" name="Straight Connector 872">
                <a:extLst>
                  <a:ext uri="{FF2B5EF4-FFF2-40B4-BE49-F238E27FC236}">
                    <a16:creationId xmlns:a16="http://schemas.microsoft.com/office/drawing/2014/main" id="{D4F61459-F01A-6CE4-5E63-5170CBCEED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0984" y="6143506"/>
                <a:ext cx="968" cy="461569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  <a:headEnd type="non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4" name="Straight Connector 873">
                <a:extLst>
                  <a:ext uri="{FF2B5EF4-FFF2-40B4-BE49-F238E27FC236}">
                    <a16:creationId xmlns:a16="http://schemas.microsoft.com/office/drawing/2014/main" id="{08DBB900-07F1-CDE9-006C-A7BDB7F1B48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90984" y="5240604"/>
                <a:ext cx="2587" cy="359725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5" name="Group 874">
              <a:extLst>
                <a:ext uri="{FF2B5EF4-FFF2-40B4-BE49-F238E27FC236}">
                  <a16:creationId xmlns:a16="http://schemas.microsoft.com/office/drawing/2014/main" id="{4CD9030A-A989-E3A9-BE8B-43ABDD72316A}"/>
                </a:ext>
              </a:extLst>
            </p:cNvPr>
            <p:cNvGrpSpPr/>
            <p:nvPr/>
          </p:nvGrpSpPr>
          <p:grpSpPr>
            <a:xfrm>
              <a:off x="3576791" y="2378260"/>
              <a:ext cx="242888" cy="1364471"/>
              <a:chOff x="5974557" y="5240604"/>
              <a:chExt cx="242888" cy="1364471"/>
            </a:xfrm>
          </p:grpSpPr>
          <p:sp>
            <p:nvSpPr>
              <p:cNvPr id="876" name="Line 475">
                <a:extLst>
                  <a:ext uri="{FF2B5EF4-FFF2-40B4-BE49-F238E27FC236}">
                    <a16:creationId xmlns:a16="http://schemas.microsoft.com/office/drawing/2014/main" id="{A10777F8-C0B9-8518-BFE6-E6C89A05AE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2663" y="55489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77" name="Line 476">
                <a:extLst>
                  <a:ext uri="{FF2B5EF4-FFF2-40B4-BE49-F238E27FC236}">
                    <a16:creationId xmlns:a16="http://schemas.microsoft.com/office/drawing/2014/main" id="{44D14BE6-7ABA-E664-59BD-E8291492C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2663" y="561566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78" name="Line 477">
                <a:extLst>
                  <a:ext uri="{FF2B5EF4-FFF2-40B4-BE49-F238E27FC236}">
                    <a16:creationId xmlns:a16="http://schemas.microsoft.com/office/drawing/2014/main" id="{59351855-D829-9195-1D93-4EC0B57A79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2663" y="568392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79" name="Line 478">
                <a:extLst>
                  <a:ext uri="{FF2B5EF4-FFF2-40B4-BE49-F238E27FC236}">
                    <a16:creationId xmlns:a16="http://schemas.microsoft.com/office/drawing/2014/main" id="{94796808-6107-7E19-89DC-5FE49636BF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2663" y="575536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80" name="Line 479">
                <a:extLst>
                  <a:ext uri="{FF2B5EF4-FFF2-40B4-BE49-F238E27FC236}">
                    <a16:creationId xmlns:a16="http://schemas.microsoft.com/office/drawing/2014/main" id="{0D6AAF21-AEB9-63CF-E7C1-2759B8D621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1075" y="58252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81" name="Line 480">
                <a:extLst>
                  <a:ext uri="{FF2B5EF4-FFF2-40B4-BE49-F238E27FC236}">
                    <a16:creationId xmlns:a16="http://schemas.microsoft.com/office/drawing/2014/main" id="{B38905B3-059F-A991-438F-082C35E9AB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1075" y="589189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82" name="Line 481">
                <a:extLst>
                  <a:ext uri="{FF2B5EF4-FFF2-40B4-BE49-F238E27FC236}">
                    <a16:creationId xmlns:a16="http://schemas.microsoft.com/office/drawing/2014/main" id="{27BF587E-E443-9991-8B2E-7B46BAD250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1075" y="59601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83" name="Line 482">
                <a:extLst>
                  <a:ext uri="{FF2B5EF4-FFF2-40B4-BE49-F238E27FC236}">
                    <a16:creationId xmlns:a16="http://schemas.microsoft.com/office/drawing/2014/main" id="{5379FF3B-23B5-0E75-C522-81A3910C82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143628" y="6071278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84" name="Line 483">
                <a:extLst>
                  <a:ext uri="{FF2B5EF4-FFF2-40B4-BE49-F238E27FC236}">
                    <a16:creationId xmlns:a16="http://schemas.microsoft.com/office/drawing/2014/main" id="{0BBF8058-5D1D-25B1-7FF2-6FD77E73AE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24435" y="5555213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885" name="Straight Connector 884">
                <a:extLst>
                  <a:ext uri="{FF2B5EF4-FFF2-40B4-BE49-F238E27FC236}">
                    <a16:creationId xmlns:a16="http://schemas.microsoft.com/office/drawing/2014/main" id="{74563DB1-033B-E042-8C13-46E0D329ECB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0984" y="6143506"/>
                <a:ext cx="968" cy="461569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  <a:headEnd type="non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6" name="Straight Connector 885">
                <a:extLst>
                  <a:ext uri="{FF2B5EF4-FFF2-40B4-BE49-F238E27FC236}">
                    <a16:creationId xmlns:a16="http://schemas.microsoft.com/office/drawing/2014/main" id="{A5475402-EBAF-DD25-BBE2-30431F58AD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90984" y="5240604"/>
                <a:ext cx="2587" cy="359725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7" name="Group 886">
              <a:extLst>
                <a:ext uri="{FF2B5EF4-FFF2-40B4-BE49-F238E27FC236}">
                  <a16:creationId xmlns:a16="http://schemas.microsoft.com/office/drawing/2014/main" id="{7F706AC6-A7EE-833F-0D48-B6C4E8C5E0B6}"/>
                </a:ext>
              </a:extLst>
            </p:cNvPr>
            <p:cNvGrpSpPr/>
            <p:nvPr/>
          </p:nvGrpSpPr>
          <p:grpSpPr>
            <a:xfrm>
              <a:off x="3575205" y="3626162"/>
              <a:ext cx="242888" cy="1364471"/>
              <a:chOff x="5974557" y="5240604"/>
              <a:chExt cx="242888" cy="1364471"/>
            </a:xfrm>
          </p:grpSpPr>
          <p:sp>
            <p:nvSpPr>
              <p:cNvPr id="888" name="Line 475">
                <a:extLst>
                  <a:ext uri="{FF2B5EF4-FFF2-40B4-BE49-F238E27FC236}">
                    <a16:creationId xmlns:a16="http://schemas.microsoft.com/office/drawing/2014/main" id="{34BAAB61-FD39-896C-9CC9-942F4CF7CF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2663" y="5548991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89" name="Line 476">
                <a:extLst>
                  <a:ext uri="{FF2B5EF4-FFF2-40B4-BE49-F238E27FC236}">
                    <a16:creationId xmlns:a16="http://schemas.microsoft.com/office/drawing/2014/main" id="{1E7470C4-9A9E-1CCB-14EF-9362E0CF8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2663" y="5615666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90" name="Line 477">
                <a:extLst>
                  <a:ext uri="{FF2B5EF4-FFF2-40B4-BE49-F238E27FC236}">
                    <a16:creationId xmlns:a16="http://schemas.microsoft.com/office/drawing/2014/main" id="{4C6F79B5-BF6A-4738-DC3B-77CFA305BC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2663" y="5683929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91" name="Line 478">
                <a:extLst>
                  <a:ext uri="{FF2B5EF4-FFF2-40B4-BE49-F238E27FC236}">
                    <a16:creationId xmlns:a16="http://schemas.microsoft.com/office/drawing/2014/main" id="{E113A39C-819E-53FE-FEE6-823C1BD14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2663" y="575536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92" name="Line 479">
                <a:extLst>
                  <a:ext uri="{FF2B5EF4-FFF2-40B4-BE49-F238E27FC236}">
                    <a16:creationId xmlns:a16="http://schemas.microsoft.com/office/drawing/2014/main" id="{C6CEA0A9-B3E8-8CBB-5265-EA98E2984A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1075" y="5825217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93" name="Line 480">
                <a:extLst>
                  <a:ext uri="{FF2B5EF4-FFF2-40B4-BE49-F238E27FC236}">
                    <a16:creationId xmlns:a16="http://schemas.microsoft.com/office/drawing/2014/main" id="{43D20629-6961-8A62-01E8-B8EE488418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61075" y="5891892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94" name="Line 481">
                <a:extLst>
                  <a:ext uri="{FF2B5EF4-FFF2-40B4-BE49-F238E27FC236}">
                    <a16:creationId xmlns:a16="http://schemas.microsoft.com/office/drawing/2014/main" id="{AB2813E5-F5FA-7CF4-16AC-96F4CD4847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6061075" y="5960154"/>
                <a:ext cx="68263" cy="24130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95" name="Line 482">
                <a:extLst>
                  <a:ext uri="{FF2B5EF4-FFF2-40B4-BE49-F238E27FC236}">
                    <a16:creationId xmlns:a16="http://schemas.microsoft.com/office/drawing/2014/main" id="{E8EEF69C-DB9A-972C-BD32-942A5892DA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143628" y="6071278"/>
                <a:ext cx="25394" cy="119060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sp>
            <p:nvSpPr>
              <p:cNvPr id="896" name="Line 483">
                <a:extLst>
                  <a:ext uri="{FF2B5EF4-FFF2-40B4-BE49-F238E27FC236}">
                    <a16:creationId xmlns:a16="http://schemas.microsoft.com/office/drawing/2014/main" id="{F17C189A-EDA0-7D64-C979-83BBE844BE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6024435" y="5555213"/>
                <a:ext cx="30418" cy="127001"/>
              </a:xfrm>
              <a:prstGeom prst="line">
                <a:avLst/>
              </a:pr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T"/>
              </a:p>
            </p:txBody>
          </p:sp>
          <p:cxnSp>
            <p:nvCxnSpPr>
              <p:cNvPr id="897" name="Straight Connector 896">
                <a:extLst>
                  <a:ext uri="{FF2B5EF4-FFF2-40B4-BE49-F238E27FC236}">
                    <a16:creationId xmlns:a16="http://schemas.microsoft.com/office/drawing/2014/main" id="{28803148-4520-C396-DEC2-80BC02FE7062}"/>
                  </a:ext>
                </a:extLst>
              </p:cNvPr>
              <p:cNvCxnSpPr>
                <a:cxnSpLocks/>
                <a:stCxn id="1016" idx="4"/>
              </p:cNvCxnSpPr>
              <p:nvPr/>
            </p:nvCxnSpPr>
            <p:spPr>
              <a:xfrm flipV="1">
                <a:off x="6090984" y="6143506"/>
                <a:ext cx="968" cy="461569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  <a:headEnd type="none" w="lg" len="lg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8" name="Straight Connector 897">
                <a:extLst>
                  <a:ext uri="{FF2B5EF4-FFF2-40B4-BE49-F238E27FC236}">
                    <a16:creationId xmlns:a16="http://schemas.microsoft.com/office/drawing/2014/main" id="{8941CABE-67A4-9562-2B16-1D4FC1D8C7A5}"/>
                  </a:ext>
                </a:extLst>
              </p:cNvPr>
              <p:cNvCxnSpPr>
                <a:cxnSpLocks/>
                <a:endCxn id="962" idx="0"/>
              </p:cNvCxnSpPr>
              <p:nvPr/>
            </p:nvCxnSpPr>
            <p:spPr>
              <a:xfrm flipH="1" flipV="1">
                <a:off x="6090984" y="5240604"/>
                <a:ext cx="2587" cy="359725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9" name="Group 898">
              <a:extLst>
                <a:ext uri="{FF2B5EF4-FFF2-40B4-BE49-F238E27FC236}">
                  <a16:creationId xmlns:a16="http://schemas.microsoft.com/office/drawing/2014/main" id="{0BD92330-2B69-D3FC-CF22-57FC715C4C79}"/>
                </a:ext>
              </a:extLst>
            </p:cNvPr>
            <p:cNvGrpSpPr/>
            <p:nvPr/>
          </p:nvGrpSpPr>
          <p:grpSpPr>
            <a:xfrm>
              <a:off x="3326638" y="1998390"/>
              <a:ext cx="6279587" cy="561263"/>
              <a:chOff x="3326638" y="1998390"/>
              <a:chExt cx="6279587" cy="561263"/>
            </a:xfrm>
          </p:grpSpPr>
          <p:grpSp>
            <p:nvGrpSpPr>
              <p:cNvPr id="900" name="Group 899">
                <a:extLst>
                  <a:ext uri="{FF2B5EF4-FFF2-40B4-BE49-F238E27FC236}">
                    <a16:creationId xmlns:a16="http://schemas.microsoft.com/office/drawing/2014/main" id="{E60D84B0-B85D-B8EF-C428-A0389CD1B7F2}"/>
                  </a:ext>
                </a:extLst>
              </p:cNvPr>
              <p:cNvGrpSpPr/>
              <p:nvPr/>
            </p:nvGrpSpPr>
            <p:grpSpPr>
              <a:xfrm>
                <a:off x="3644462" y="2253529"/>
                <a:ext cx="5961763" cy="306124"/>
                <a:chOff x="5447130" y="2491991"/>
                <a:chExt cx="5961763" cy="306124"/>
              </a:xfrm>
            </p:grpSpPr>
            <p:grpSp>
              <p:nvGrpSpPr>
                <p:cNvPr id="904" name="Group 903">
                  <a:extLst>
                    <a:ext uri="{FF2B5EF4-FFF2-40B4-BE49-F238E27FC236}">
                      <a16:creationId xmlns:a16="http://schemas.microsoft.com/office/drawing/2014/main" id="{DF3E8521-8FFB-B096-6C57-ED8108A3B0DA}"/>
                    </a:ext>
                  </a:extLst>
                </p:cNvPr>
                <p:cNvGrpSpPr/>
                <p:nvPr/>
              </p:nvGrpSpPr>
              <p:grpSpPr>
                <a:xfrm rot="5400000">
                  <a:off x="7452737" y="1831479"/>
                  <a:ext cx="298977" cy="1620001"/>
                  <a:chOff x="7453879" y="3360701"/>
                  <a:chExt cx="298977" cy="1620001"/>
                </a:xfrm>
              </p:grpSpPr>
              <p:grpSp>
                <p:nvGrpSpPr>
                  <p:cNvPr id="943" name="Group 942">
                    <a:extLst>
                      <a:ext uri="{FF2B5EF4-FFF2-40B4-BE49-F238E27FC236}">
                        <a16:creationId xmlns:a16="http://schemas.microsoft.com/office/drawing/2014/main" id="{34FAAE8B-4938-430C-49C3-EB35A12DF91C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 rot="16200000">
                    <a:off x="7333368" y="4021213"/>
                    <a:ext cx="540000" cy="298977"/>
                    <a:chOff x="2887363" y="5330087"/>
                    <a:chExt cx="1799966" cy="996572"/>
                  </a:xfrm>
                </p:grpSpPr>
                <p:sp>
                  <p:nvSpPr>
                    <p:cNvPr id="946" name="Arc 945">
                      <a:extLst>
                        <a:ext uri="{FF2B5EF4-FFF2-40B4-BE49-F238E27FC236}">
                          <a16:creationId xmlns:a16="http://schemas.microsoft.com/office/drawing/2014/main" id="{87D64EA4-9192-CC82-91B9-88CE7D3019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0422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47" name="Arc 946">
                      <a:extLst>
                        <a:ext uri="{FF2B5EF4-FFF2-40B4-BE49-F238E27FC236}">
                          <a16:creationId xmlns:a16="http://schemas.microsoft.com/office/drawing/2014/main" id="{EEBC2D83-9B9B-604E-1D17-8AC1F65864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3481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48" name="Arc 947">
                      <a:extLst>
                        <a:ext uri="{FF2B5EF4-FFF2-40B4-BE49-F238E27FC236}">
                          <a16:creationId xmlns:a16="http://schemas.microsoft.com/office/drawing/2014/main" id="{584C255F-82EE-368B-45ED-E5B7DCA977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36540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21038836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49" name="Arc 948">
                      <a:extLst>
                        <a:ext uri="{FF2B5EF4-FFF2-40B4-BE49-F238E27FC236}">
                          <a16:creationId xmlns:a16="http://schemas.microsoft.com/office/drawing/2014/main" id="{D52D0FF4-41DB-2A5A-CDA6-AEF8F07A89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87363" y="5330087"/>
                      <a:ext cx="650789" cy="996572"/>
                    </a:xfrm>
                    <a:prstGeom prst="arc">
                      <a:avLst>
                        <a:gd name="adj1" fmla="val 11355569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50" name="Arc 949">
                      <a:extLst>
                        <a:ext uri="{FF2B5EF4-FFF2-40B4-BE49-F238E27FC236}">
                          <a16:creationId xmlns:a16="http://schemas.microsoft.com/office/drawing/2014/main" id="{4C64C256-BF5F-9EB8-DCE8-150B75E8556D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3653481" y="5454662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51" name="Arc 950">
                      <a:extLst>
                        <a:ext uri="{FF2B5EF4-FFF2-40B4-BE49-F238E27FC236}">
                          <a16:creationId xmlns:a16="http://schemas.microsoft.com/office/drawing/2014/main" id="{D3C73100-49F7-089B-C9E8-4840FEFF82EC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4036130" y="5454662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52" name="Arc 951">
                      <a:extLst>
                        <a:ext uri="{FF2B5EF4-FFF2-40B4-BE49-F238E27FC236}">
                          <a16:creationId xmlns:a16="http://schemas.microsoft.com/office/drawing/2014/main" id="{BC3DD756-8D06-9027-ABE1-6B1B05EA490F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3270011" y="5454663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</p:grpSp>
              <p:cxnSp>
                <p:nvCxnSpPr>
                  <p:cNvPr id="944" name="Straight Connector 943">
                    <a:extLst>
                      <a:ext uri="{FF2B5EF4-FFF2-40B4-BE49-F238E27FC236}">
                        <a16:creationId xmlns:a16="http://schemas.microsoft.com/office/drawing/2014/main" id="{2EB70207-BB2B-42A2-A431-096EF7E62A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99383" y="4440702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5" name="Straight Connector 944">
                    <a:extLst>
                      <a:ext uri="{FF2B5EF4-FFF2-40B4-BE49-F238E27FC236}">
                        <a16:creationId xmlns:a16="http://schemas.microsoft.com/office/drawing/2014/main" id="{7ABE3939-1ABB-6D4E-034C-A9743B912B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89917" y="3360701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05" name="Group 904">
                  <a:extLst>
                    <a:ext uri="{FF2B5EF4-FFF2-40B4-BE49-F238E27FC236}">
                      <a16:creationId xmlns:a16="http://schemas.microsoft.com/office/drawing/2014/main" id="{12F7CE88-BDEA-6094-93EE-B2AB7D605CF4}"/>
                    </a:ext>
                  </a:extLst>
                </p:cNvPr>
                <p:cNvGrpSpPr/>
                <p:nvPr/>
              </p:nvGrpSpPr>
              <p:grpSpPr>
                <a:xfrm rot="5400000">
                  <a:off x="6157459" y="1813825"/>
                  <a:ext cx="242888" cy="1620001"/>
                  <a:chOff x="7860988" y="3360701"/>
                  <a:chExt cx="242888" cy="1620001"/>
                </a:xfrm>
              </p:grpSpPr>
              <p:sp>
                <p:nvSpPr>
                  <p:cNvPr id="932" name="Line 475">
                    <a:extLst>
                      <a:ext uri="{FF2B5EF4-FFF2-40B4-BE49-F238E27FC236}">
                        <a16:creationId xmlns:a16="http://schemas.microsoft.com/office/drawing/2014/main" id="{4E84C924-99AF-B048-0C9F-867AF579D5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33" name="Line 476">
                    <a:extLst>
                      <a:ext uri="{FF2B5EF4-FFF2-40B4-BE49-F238E27FC236}">
                        <a16:creationId xmlns:a16="http://schemas.microsoft.com/office/drawing/2014/main" id="{2F3140D8-DA2B-A7CA-3FAC-8ED58170BD9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34" name="Line 477">
                    <a:extLst>
                      <a:ext uri="{FF2B5EF4-FFF2-40B4-BE49-F238E27FC236}">
                        <a16:creationId xmlns:a16="http://schemas.microsoft.com/office/drawing/2014/main" id="{27C9E3A6-5CDA-6B91-C6F6-0A4CA769909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35" name="Line 478">
                    <a:extLst>
                      <a:ext uri="{FF2B5EF4-FFF2-40B4-BE49-F238E27FC236}">
                        <a16:creationId xmlns:a16="http://schemas.microsoft.com/office/drawing/2014/main" id="{BB2477D4-543C-25D5-D4A1-D502D52A74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36" name="Line 479">
                    <a:extLst>
                      <a:ext uri="{FF2B5EF4-FFF2-40B4-BE49-F238E27FC236}">
                        <a16:creationId xmlns:a16="http://schemas.microsoft.com/office/drawing/2014/main" id="{36F1E263-B318-1622-2C07-789B961EAE6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37" name="Line 480">
                    <a:extLst>
                      <a:ext uri="{FF2B5EF4-FFF2-40B4-BE49-F238E27FC236}">
                        <a16:creationId xmlns:a16="http://schemas.microsoft.com/office/drawing/2014/main" id="{EE1512AF-CFCA-42C3-12DD-D66683011A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38" name="Line 481">
                    <a:extLst>
                      <a:ext uri="{FF2B5EF4-FFF2-40B4-BE49-F238E27FC236}">
                        <a16:creationId xmlns:a16="http://schemas.microsoft.com/office/drawing/2014/main" id="{3E3DBB55-718D-473F-CD06-F59F8CE5A16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39" name="Line 482">
                    <a:extLst>
                      <a:ext uri="{FF2B5EF4-FFF2-40B4-BE49-F238E27FC236}">
                        <a16:creationId xmlns:a16="http://schemas.microsoft.com/office/drawing/2014/main" id="{D774F099-8800-E41F-2E96-BD956F1DEE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40" name="Line 483">
                    <a:extLst>
                      <a:ext uri="{FF2B5EF4-FFF2-40B4-BE49-F238E27FC236}">
                        <a16:creationId xmlns:a16="http://schemas.microsoft.com/office/drawing/2014/main" id="{707C0334-4260-4BA8-BAE4-60339836CD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941" name="Straight Connector 940">
                    <a:extLst>
                      <a:ext uri="{FF2B5EF4-FFF2-40B4-BE49-F238E27FC236}">
                        <a16:creationId xmlns:a16="http://schemas.microsoft.com/office/drawing/2014/main" id="{DE989899-B9FD-65BE-3993-23F9159D48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92829" y="3360701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  <a:headEnd type="triangl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2" name="Straight Connector 941">
                    <a:extLst>
                      <a:ext uri="{FF2B5EF4-FFF2-40B4-BE49-F238E27FC236}">
                        <a16:creationId xmlns:a16="http://schemas.microsoft.com/office/drawing/2014/main" id="{D5DEC267-1576-CFB4-A56B-821321A178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81637" y="4440702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06" name="Group 905">
                  <a:extLst>
                    <a:ext uri="{FF2B5EF4-FFF2-40B4-BE49-F238E27FC236}">
                      <a16:creationId xmlns:a16="http://schemas.microsoft.com/office/drawing/2014/main" id="{3D6DB8C8-913A-05A2-D0E2-42E382123D35}"/>
                    </a:ext>
                  </a:extLst>
                </p:cNvPr>
                <p:cNvGrpSpPr/>
                <p:nvPr/>
              </p:nvGrpSpPr>
              <p:grpSpPr>
                <a:xfrm rot="5400000">
                  <a:off x="10406838" y="1838626"/>
                  <a:ext cx="298977" cy="1620001"/>
                  <a:chOff x="7453879" y="3360701"/>
                  <a:chExt cx="298977" cy="1620001"/>
                </a:xfrm>
              </p:grpSpPr>
              <p:grpSp>
                <p:nvGrpSpPr>
                  <p:cNvPr id="922" name="Group 921">
                    <a:extLst>
                      <a:ext uri="{FF2B5EF4-FFF2-40B4-BE49-F238E27FC236}">
                        <a16:creationId xmlns:a16="http://schemas.microsoft.com/office/drawing/2014/main" id="{FBB58000-32CF-3AB5-DB55-20B2D24C4FD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 rot="16200000">
                    <a:off x="7333368" y="4021213"/>
                    <a:ext cx="540000" cy="298977"/>
                    <a:chOff x="2887363" y="5330087"/>
                    <a:chExt cx="1799966" cy="996572"/>
                  </a:xfrm>
                </p:grpSpPr>
                <p:sp>
                  <p:nvSpPr>
                    <p:cNvPr id="925" name="Arc 924">
                      <a:extLst>
                        <a:ext uri="{FF2B5EF4-FFF2-40B4-BE49-F238E27FC236}">
                          <a16:creationId xmlns:a16="http://schemas.microsoft.com/office/drawing/2014/main" id="{62E82149-2784-5834-FEBC-C47838D9E4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0422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26" name="Arc 925">
                      <a:extLst>
                        <a:ext uri="{FF2B5EF4-FFF2-40B4-BE49-F238E27FC236}">
                          <a16:creationId xmlns:a16="http://schemas.microsoft.com/office/drawing/2014/main" id="{64D413B2-2AB4-6384-03F7-C355142933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3481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27" name="Arc 926">
                      <a:extLst>
                        <a:ext uri="{FF2B5EF4-FFF2-40B4-BE49-F238E27FC236}">
                          <a16:creationId xmlns:a16="http://schemas.microsoft.com/office/drawing/2014/main" id="{BDD140D8-14C9-A368-0F27-D53DD81945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36540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21038836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28" name="Arc 927">
                      <a:extLst>
                        <a:ext uri="{FF2B5EF4-FFF2-40B4-BE49-F238E27FC236}">
                          <a16:creationId xmlns:a16="http://schemas.microsoft.com/office/drawing/2014/main" id="{B152091A-680F-1049-127E-C1C65639F2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87363" y="5330087"/>
                      <a:ext cx="650789" cy="996572"/>
                    </a:xfrm>
                    <a:prstGeom prst="arc">
                      <a:avLst>
                        <a:gd name="adj1" fmla="val 11355569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29" name="Arc 928">
                      <a:extLst>
                        <a:ext uri="{FF2B5EF4-FFF2-40B4-BE49-F238E27FC236}">
                          <a16:creationId xmlns:a16="http://schemas.microsoft.com/office/drawing/2014/main" id="{C253B625-61AD-0F0E-3F2F-DF294C1431A6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3653481" y="5454662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30" name="Arc 929">
                      <a:extLst>
                        <a:ext uri="{FF2B5EF4-FFF2-40B4-BE49-F238E27FC236}">
                          <a16:creationId xmlns:a16="http://schemas.microsoft.com/office/drawing/2014/main" id="{35A0DD57-12E6-4412-F21C-3905C1F72BB4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4036130" y="5454662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31" name="Arc 930">
                      <a:extLst>
                        <a:ext uri="{FF2B5EF4-FFF2-40B4-BE49-F238E27FC236}">
                          <a16:creationId xmlns:a16="http://schemas.microsoft.com/office/drawing/2014/main" id="{832D3B7F-F3B8-7C22-29BA-0660F3F68F5D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3270011" y="5454663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</p:grpSp>
              <p:cxnSp>
                <p:nvCxnSpPr>
                  <p:cNvPr id="923" name="Straight Connector 922">
                    <a:extLst>
                      <a:ext uri="{FF2B5EF4-FFF2-40B4-BE49-F238E27FC236}">
                        <a16:creationId xmlns:a16="http://schemas.microsoft.com/office/drawing/2014/main" id="{39E8A4E5-F671-8FD9-4215-DCB689204E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99383" y="4440702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4" name="Straight Connector 923">
                    <a:extLst>
                      <a:ext uri="{FF2B5EF4-FFF2-40B4-BE49-F238E27FC236}">
                        <a16:creationId xmlns:a16="http://schemas.microsoft.com/office/drawing/2014/main" id="{A28970C6-26AB-E380-51C9-ADD10963DA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89917" y="3360701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07" name="Group 906">
                  <a:extLst>
                    <a:ext uri="{FF2B5EF4-FFF2-40B4-BE49-F238E27FC236}">
                      <a16:creationId xmlns:a16="http://schemas.microsoft.com/office/drawing/2014/main" id="{680BC522-E10B-19B3-D2D2-DED1C4766D75}"/>
                    </a:ext>
                  </a:extLst>
                </p:cNvPr>
                <p:cNvGrpSpPr/>
                <p:nvPr/>
              </p:nvGrpSpPr>
              <p:grpSpPr>
                <a:xfrm rot="5400000">
                  <a:off x="9111560" y="1820972"/>
                  <a:ext cx="242888" cy="1620001"/>
                  <a:chOff x="7860988" y="3360701"/>
                  <a:chExt cx="242888" cy="1620001"/>
                </a:xfrm>
              </p:grpSpPr>
              <p:sp>
                <p:nvSpPr>
                  <p:cNvPr id="911" name="Line 475">
                    <a:extLst>
                      <a:ext uri="{FF2B5EF4-FFF2-40B4-BE49-F238E27FC236}">
                        <a16:creationId xmlns:a16="http://schemas.microsoft.com/office/drawing/2014/main" id="{A964FAA1-3944-E20D-F47F-665F87056C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12" name="Line 476">
                    <a:extLst>
                      <a:ext uri="{FF2B5EF4-FFF2-40B4-BE49-F238E27FC236}">
                        <a16:creationId xmlns:a16="http://schemas.microsoft.com/office/drawing/2014/main" id="{3A9610AF-5166-C1E7-6EBC-D78DAF3400E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13" name="Line 477">
                    <a:extLst>
                      <a:ext uri="{FF2B5EF4-FFF2-40B4-BE49-F238E27FC236}">
                        <a16:creationId xmlns:a16="http://schemas.microsoft.com/office/drawing/2014/main" id="{E82AEB40-F0CB-0D0E-DAFC-AED516836A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14" name="Line 478">
                    <a:extLst>
                      <a:ext uri="{FF2B5EF4-FFF2-40B4-BE49-F238E27FC236}">
                        <a16:creationId xmlns:a16="http://schemas.microsoft.com/office/drawing/2014/main" id="{51E9CBC7-C58E-B195-7C00-EBB58B69365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15" name="Line 479">
                    <a:extLst>
                      <a:ext uri="{FF2B5EF4-FFF2-40B4-BE49-F238E27FC236}">
                        <a16:creationId xmlns:a16="http://schemas.microsoft.com/office/drawing/2014/main" id="{298C6D72-D7E8-7080-C3D2-0C508C5DD93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16" name="Line 480">
                    <a:extLst>
                      <a:ext uri="{FF2B5EF4-FFF2-40B4-BE49-F238E27FC236}">
                        <a16:creationId xmlns:a16="http://schemas.microsoft.com/office/drawing/2014/main" id="{C9E1ED42-0A6B-274A-FBCA-30AADA2BCC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17" name="Line 481">
                    <a:extLst>
                      <a:ext uri="{FF2B5EF4-FFF2-40B4-BE49-F238E27FC236}">
                        <a16:creationId xmlns:a16="http://schemas.microsoft.com/office/drawing/2014/main" id="{7A5E5F5B-CF28-3589-7AEE-D125A610466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18" name="Line 482">
                    <a:extLst>
                      <a:ext uri="{FF2B5EF4-FFF2-40B4-BE49-F238E27FC236}">
                        <a16:creationId xmlns:a16="http://schemas.microsoft.com/office/drawing/2014/main" id="{9E0E05B9-8CA1-647F-4B99-7238E0E811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19" name="Line 483">
                    <a:extLst>
                      <a:ext uri="{FF2B5EF4-FFF2-40B4-BE49-F238E27FC236}">
                        <a16:creationId xmlns:a16="http://schemas.microsoft.com/office/drawing/2014/main" id="{BF447A13-84DF-5574-1881-5A8DDB395E1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920" name="Straight Connector 919">
                    <a:extLst>
                      <a:ext uri="{FF2B5EF4-FFF2-40B4-BE49-F238E27FC236}">
                        <a16:creationId xmlns:a16="http://schemas.microsoft.com/office/drawing/2014/main" id="{988214FA-1BD3-E16C-F19B-A5700E483B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92829" y="3360701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  <a:headEnd type="triangl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1" name="Straight Connector 920">
                    <a:extLst>
                      <a:ext uri="{FF2B5EF4-FFF2-40B4-BE49-F238E27FC236}">
                        <a16:creationId xmlns:a16="http://schemas.microsoft.com/office/drawing/2014/main" id="{D350DA55-7870-9214-50FB-EAD1EA8177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81637" y="4440702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08" name="Oval 907">
                  <a:extLst>
                    <a:ext uri="{FF2B5EF4-FFF2-40B4-BE49-F238E27FC236}">
                      <a16:creationId xmlns:a16="http://schemas.microsoft.com/office/drawing/2014/main" id="{360517E4-207A-E7BD-8564-7A01C929AE76}"/>
                    </a:ext>
                  </a:extLst>
                </p:cNvPr>
                <p:cNvSpPr/>
                <p:nvPr/>
              </p:nvSpPr>
              <p:spPr>
                <a:xfrm>
                  <a:off x="5447130" y="2575931"/>
                  <a:ext cx="94340" cy="94199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9" name="Oval 908">
                  <a:extLst>
                    <a:ext uri="{FF2B5EF4-FFF2-40B4-BE49-F238E27FC236}">
                      <a16:creationId xmlns:a16="http://schemas.microsoft.com/office/drawing/2014/main" id="{7D501B4E-2372-1124-4A7A-CF3A9C4021D7}"/>
                    </a:ext>
                  </a:extLst>
                </p:cNvPr>
                <p:cNvSpPr/>
                <p:nvPr/>
              </p:nvSpPr>
              <p:spPr>
                <a:xfrm>
                  <a:off x="8380991" y="2575931"/>
                  <a:ext cx="94340" cy="94199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0" name="Oval 909">
                  <a:extLst>
                    <a:ext uri="{FF2B5EF4-FFF2-40B4-BE49-F238E27FC236}">
                      <a16:creationId xmlns:a16="http://schemas.microsoft.com/office/drawing/2014/main" id="{F1E3A142-903A-A3D4-9FC5-835E5C913C52}"/>
                    </a:ext>
                  </a:extLst>
                </p:cNvPr>
                <p:cNvSpPr/>
                <p:nvPr/>
              </p:nvSpPr>
              <p:spPr>
                <a:xfrm>
                  <a:off x="11314553" y="2578587"/>
                  <a:ext cx="94340" cy="94199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01" name="Oval 900">
                <a:extLst>
                  <a:ext uri="{FF2B5EF4-FFF2-40B4-BE49-F238E27FC236}">
                    <a16:creationId xmlns:a16="http://schemas.microsoft.com/office/drawing/2014/main" id="{7B90F219-101B-AB09-D0A4-77D6A53631F7}"/>
                  </a:ext>
                </a:extLst>
              </p:cNvPr>
              <p:cNvSpPr/>
              <p:nvPr/>
            </p:nvSpPr>
            <p:spPr>
              <a:xfrm>
                <a:off x="3326638" y="1998390"/>
                <a:ext cx="277702" cy="276726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  <p:sp>
            <p:nvSpPr>
              <p:cNvPr id="902" name="Oval 901">
                <a:extLst>
                  <a:ext uri="{FF2B5EF4-FFF2-40B4-BE49-F238E27FC236}">
                    <a16:creationId xmlns:a16="http://schemas.microsoft.com/office/drawing/2014/main" id="{B5B4F9EA-8639-8A98-1471-11E5A3216907}"/>
                  </a:ext>
                </a:extLst>
              </p:cNvPr>
              <p:cNvSpPr/>
              <p:nvPr/>
            </p:nvSpPr>
            <p:spPr>
              <a:xfrm>
                <a:off x="6234719" y="2002964"/>
                <a:ext cx="277702" cy="276726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4</a:t>
                </a:r>
              </a:p>
            </p:txBody>
          </p:sp>
          <p:sp>
            <p:nvSpPr>
              <p:cNvPr id="903" name="Oval 902">
                <a:extLst>
                  <a:ext uri="{FF2B5EF4-FFF2-40B4-BE49-F238E27FC236}">
                    <a16:creationId xmlns:a16="http://schemas.microsoft.com/office/drawing/2014/main" id="{E69AA0FD-3432-BCEB-C5FF-A4BF86DDCABB}"/>
                  </a:ext>
                </a:extLst>
              </p:cNvPr>
              <p:cNvSpPr/>
              <p:nvPr/>
            </p:nvSpPr>
            <p:spPr>
              <a:xfrm>
                <a:off x="9212792" y="1998390"/>
                <a:ext cx="277702" cy="276726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7</a:t>
                </a:r>
              </a:p>
            </p:txBody>
          </p:sp>
        </p:grpSp>
        <p:grpSp>
          <p:nvGrpSpPr>
            <p:cNvPr id="953" name="Group 952">
              <a:extLst>
                <a:ext uri="{FF2B5EF4-FFF2-40B4-BE49-F238E27FC236}">
                  <a16:creationId xmlns:a16="http://schemas.microsoft.com/office/drawing/2014/main" id="{8CC0F905-313C-A926-591A-C1CE3E5BB31D}"/>
                </a:ext>
              </a:extLst>
            </p:cNvPr>
            <p:cNvGrpSpPr/>
            <p:nvPr/>
          </p:nvGrpSpPr>
          <p:grpSpPr>
            <a:xfrm>
              <a:off x="3326638" y="3265533"/>
              <a:ext cx="6279587" cy="582813"/>
              <a:chOff x="3326638" y="3435857"/>
              <a:chExt cx="6279587" cy="582813"/>
            </a:xfrm>
          </p:grpSpPr>
          <p:grpSp>
            <p:nvGrpSpPr>
              <p:cNvPr id="954" name="Group 953">
                <a:extLst>
                  <a:ext uri="{FF2B5EF4-FFF2-40B4-BE49-F238E27FC236}">
                    <a16:creationId xmlns:a16="http://schemas.microsoft.com/office/drawing/2014/main" id="{6F651663-A20D-D887-1CA3-EED20755939F}"/>
                  </a:ext>
                </a:extLst>
              </p:cNvPr>
              <p:cNvGrpSpPr/>
              <p:nvPr/>
            </p:nvGrpSpPr>
            <p:grpSpPr>
              <a:xfrm>
                <a:off x="3644462" y="3712546"/>
                <a:ext cx="5961763" cy="306124"/>
                <a:chOff x="5447130" y="2491991"/>
                <a:chExt cx="5961763" cy="306124"/>
              </a:xfrm>
            </p:grpSpPr>
            <p:grpSp>
              <p:nvGrpSpPr>
                <p:cNvPr id="958" name="Group 957">
                  <a:extLst>
                    <a:ext uri="{FF2B5EF4-FFF2-40B4-BE49-F238E27FC236}">
                      <a16:creationId xmlns:a16="http://schemas.microsoft.com/office/drawing/2014/main" id="{4C9DC9AF-3BB3-9381-E270-4B7AA5774965}"/>
                    </a:ext>
                  </a:extLst>
                </p:cNvPr>
                <p:cNvGrpSpPr/>
                <p:nvPr/>
              </p:nvGrpSpPr>
              <p:grpSpPr>
                <a:xfrm rot="5400000">
                  <a:off x="7452737" y="1831479"/>
                  <a:ext cx="298977" cy="1620001"/>
                  <a:chOff x="7453879" y="3360701"/>
                  <a:chExt cx="298977" cy="1620001"/>
                </a:xfrm>
              </p:grpSpPr>
              <p:grpSp>
                <p:nvGrpSpPr>
                  <p:cNvPr id="997" name="Group 996">
                    <a:extLst>
                      <a:ext uri="{FF2B5EF4-FFF2-40B4-BE49-F238E27FC236}">
                        <a16:creationId xmlns:a16="http://schemas.microsoft.com/office/drawing/2014/main" id="{989F03AB-2E90-C791-3B15-BC5C6F9F2E3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 rot="16200000">
                    <a:off x="7333368" y="4021213"/>
                    <a:ext cx="540000" cy="298977"/>
                    <a:chOff x="2887363" y="5330087"/>
                    <a:chExt cx="1799966" cy="996572"/>
                  </a:xfrm>
                </p:grpSpPr>
                <p:sp>
                  <p:nvSpPr>
                    <p:cNvPr id="1000" name="Arc 999">
                      <a:extLst>
                        <a:ext uri="{FF2B5EF4-FFF2-40B4-BE49-F238E27FC236}">
                          <a16:creationId xmlns:a16="http://schemas.microsoft.com/office/drawing/2014/main" id="{0BB60521-7460-5CE1-9B21-2F7B69F68B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0422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01" name="Arc 1000">
                      <a:extLst>
                        <a:ext uri="{FF2B5EF4-FFF2-40B4-BE49-F238E27FC236}">
                          <a16:creationId xmlns:a16="http://schemas.microsoft.com/office/drawing/2014/main" id="{7C0D5C3B-01DE-4B08-208E-915AF8E333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3481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02" name="Arc 1001">
                      <a:extLst>
                        <a:ext uri="{FF2B5EF4-FFF2-40B4-BE49-F238E27FC236}">
                          <a16:creationId xmlns:a16="http://schemas.microsoft.com/office/drawing/2014/main" id="{9C820D8D-E839-A89A-0E56-20E20A0563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36540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21038836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03" name="Arc 1002">
                      <a:extLst>
                        <a:ext uri="{FF2B5EF4-FFF2-40B4-BE49-F238E27FC236}">
                          <a16:creationId xmlns:a16="http://schemas.microsoft.com/office/drawing/2014/main" id="{57A11391-15E1-8E27-DD83-165580B379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87363" y="5330087"/>
                      <a:ext cx="650789" cy="996572"/>
                    </a:xfrm>
                    <a:prstGeom prst="arc">
                      <a:avLst>
                        <a:gd name="adj1" fmla="val 11355569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04" name="Arc 1003">
                      <a:extLst>
                        <a:ext uri="{FF2B5EF4-FFF2-40B4-BE49-F238E27FC236}">
                          <a16:creationId xmlns:a16="http://schemas.microsoft.com/office/drawing/2014/main" id="{4FB9CCE3-26EC-781D-2982-C4A777955FE3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3653481" y="5454662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05" name="Arc 1004">
                      <a:extLst>
                        <a:ext uri="{FF2B5EF4-FFF2-40B4-BE49-F238E27FC236}">
                          <a16:creationId xmlns:a16="http://schemas.microsoft.com/office/drawing/2014/main" id="{7F417B82-CE79-55AD-09BC-0051414791E9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4036130" y="5454662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06" name="Arc 1005">
                      <a:extLst>
                        <a:ext uri="{FF2B5EF4-FFF2-40B4-BE49-F238E27FC236}">
                          <a16:creationId xmlns:a16="http://schemas.microsoft.com/office/drawing/2014/main" id="{763729A9-60B7-5394-E299-4531F41316F0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3270011" y="5454663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</p:grpSp>
              <p:cxnSp>
                <p:nvCxnSpPr>
                  <p:cNvPr id="998" name="Straight Connector 997">
                    <a:extLst>
                      <a:ext uri="{FF2B5EF4-FFF2-40B4-BE49-F238E27FC236}">
                        <a16:creationId xmlns:a16="http://schemas.microsoft.com/office/drawing/2014/main" id="{517E6C17-820B-5B7A-9187-914BA1744C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99383" y="4440702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9" name="Straight Connector 998">
                    <a:extLst>
                      <a:ext uri="{FF2B5EF4-FFF2-40B4-BE49-F238E27FC236}">
                        <a16:creationId xmlns:a16="http://schemas.microsoft.com/office/drawing/2014/main" id="{DDF33935-B814-0B11-2F65-14E466E4E5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89917" y="3360701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59" name="Group 958">
                  <a:extLst>
                    <a:ext uri="{FF2B5EF4-FFF2-40B4-BE49-F238E27FC236}">
                      <a16:creationId xmlns:a16="http://schemas.microsoft.com/office/drawing/2014/main" id="{79A7A420-CB76-F037-B394-63ECDA127646}"/>
                    </a:ext>
                  </a:extLst>
                </p:cNvPr>
                <p:cNvGrpSpPr/>
                <p:nvPr/>
              </p:nvGrpSpPr>
              <p:grpSpPr>
                <a:xfrm rot="5400000">
                  <a:off x="6157459" y="1813825"/>
                  <a:ext cx="242888" cy="1620001"/>
                  <a:chOff x="7860988" y="3360701"/>
                  <a:chExt cx="242888" cy="1620001"/>
                </a:xfrm>
              </p:grpSpPr>
              <p:sp>
                <p:nvSpPr>
                  <p:cNvPr id="986" name="Line 475">
                    <a:extLst>
                      <a:ext uri="{FF2B5EF4-FFF2-40B4-BE49-F238E27FC236}">
                        <a16:creationId xmlns:a16="http://schemas.microsoft.com/office/drawing/2014/main" id="{963C9CC7-E94D-69FF-3793-88E4E0EACF3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87" name="Line 476">
                    <a:extLst>
                      <a:ext uri="{FF2B5EF4-FFF2-40B4-BE49-F238E27FC236}">
                        <a16:creationId xmlns:a16="http://schemas.microsoft.com/office/drawing/2014/main" id="{9F1FEE27-1CA3-1285-84E1-D7B92FA610C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88" name="Line 477">
                    <a:extLst>
                      <a:ext uri="{FF2B5EF4-FFF2-40B4-BE49-F238E27FC236}">
                        <a16:creationId xmlns:a16="http://schemas.microsoft.com/office/drawing/2014/main" id="{333F4271-616A-0051-080D-D37D7A4D9D8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89" name="Line 478">
                    <a:extLst>
                      <a:ext uri="{FF2B5EF4-FFF2-40B4-BE49-F238E27FC236}">
                        <a16:creationId xmlns:a16="http://schemas.microsoft.com/office/drawing/2014/main" id="{A5C249A9-375A-4B41-A0E3-18FB51C8B20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90" name="Line 479">
                    <a:extLst>
                      <a:ext uri="{FF2B5EF4-FFF2-40B4-BE49-F238E27FC236}">
                        <a16:creationId xmlns:a16="http://schemas.microsoft.com/office/drawing/2014/main" id="{980BE96D-C415-8599-1943-8B17A20220F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91" name="Line 480">
                    <a:extLst>
                      <a:ext uri="{FF2B5EF4-FFF2-40B4-BE49-F238E27FC236}">
                        <a16:creationId xmlns:a16="http://schemas.microsoft.com/office/drawing/2014/main" id="{A376C928-5B9C-9558-3E19-53B86505AA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92" name="Line 481">
                    <a:extLst>
                      <a:ext uri="{FF2B5EF4-FFF2-40B4-BE49-F238E27FC236}">
                        <a16:creationId xmlns:a16="http://schemas.microsoft.com/office/drawing/2014/main" id="{A4D78F4F-75CA-B333-722F-9EBA4C7553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93" name="Line 482">
                    <a:extLst>
                      <a:ext uri="{FF2B5EF4-FFF2-40B4-BE49-F238E27FC236}">
                        <a16:creationId xmlns:a16="http://schemas.microsoft.com/office/drawing/2014/main" id="{E1D479E3-0FE1-26E8-402C-071F93574C8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94" name="Line 483">
                    <a:extLst>
                      <a:ext uri="{FF2B5EF4-FFF2-40B4-BE49-F238E27FC236}">
                        <a16:creationId xmlns:a16="http://schemas.microsoft.com/office/drawing/2014/main" id="{64C052E5-E677-052A-38A2-3FEFACB1D1E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995" name="Straight Connector 994">
                    <a:extLst>
                      <a:ext uri="{FF2B5EF4-FFF2-40B4-BE49-F238E27FC236}">
                        <a16:creationId xmlns:a16="http://schemas.microsoft.com/office/drawing/2014/main" id="{CD6B81D2-E525-52D6-AE16-125F1F189B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92829" y="3360701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  <a:headEnd type="triangl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6" name="Straight Connector 995">
                    <a:extLst>
                      <a:ext uri="{FF2B5EF4-FFF2-40B4-BE49-F238E27FC236}">
                        <a16:creationId xmlns:a16="http://schemas.microsoft.com/office/drawing/2014/main" id="{D6438583-DDA9-4D99-36EE-4EECDC9C2C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81637" y="4440702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60" name="Group 959">
                  <a:extLst>
                    <a:ext uri="{FF2B5EF4-FFF2-40B4-BE49-F238E27FC236}">
                      <a16:creationId xmlns:a16="http://schemas.microsoft.com/office/drawing/2014/main" id="{481D3EFC-1CFB-85B8-1EE1-169D0EEB2747}"/>
                    </a:ext>
                  </a:extLst>
                </p:cNvPr>
                <p:cNvGrpSpPr/>
                <p:nvPr/>
              </p:nvGrpSpPr>
              <p:grpSpPr>
                <a:xfrm rot="5400000">
                  <a:off x="10406838" y="1838626"/>
                  <a:ext cx="298977" cy="1620001"/>
                  <a:chOff x="7453879" y="3360701"/>
                  <a:chExt cx="298977" cy="1620001"/>
                </a:xfrm>
              </p:grpSpPr>
              <p:grpSp>
                <p:nvGrpSpPr>
                  <p:cNvPr id="976" name="Group 975">
                    <a:extLst>
                      <a:ext uri="{FF2B5EF4-FFF2-40B4-BE49-F238E27FC236}">
                        <a16:creationId xmlns:a16="http://schemas.microsoft.com/office/drawing/2014/main" id="{1A54AC36-F2FF-2E64-AEB9-B5F50F2E4D7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 rot="16200000">
                    <a:off x="7333368" y="4021213"/>
                    <a:ext cx="540000" cy="298977"/>
                    <a:chOff x="2887363" y="5330087"/>
                    <a:chExt cx="1799966" cy="996572"/>
                  </a:xfrm>
                </p:grpSpPr>
                <p:sp>
                  <p:nvSpPr>
                    <p:cNvPr id="979" name="Arc 978">
                      <a:extLst>
                        <a:ext uri="{FF2B5EF4-FFF2-40B4-BE49-F238E27FC236}">
                          <a16:creationId xmlns:a16="http://schemas.microsoft.com/office/drawing/2014/main" id="{DAAFD7B6-2CD6-403B-D03E-FA1914557C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0422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80" name="Arc 979">
                      <a:extLst>
                        <a:ext uri="{FF2B5EF4-FFF2-40B4-BE49-F238E27FC236}">
                          <a16:creationId xmlns:a16="http://schemas.microsoft.com/office/drawing/2014/main" id="{1BC7B31B-059D-3AC0-5B4A-B5E57E49AD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3481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81" name="Arc 980">
                      <a:extLst>
                        <a:ext uri="{FF2B5EF4-FFF2-40B4-BE49-F238E27FC236}">
                          <a16:creationId xmlns:a16="http://schemas.microsoft.com/office/drawing/2014/main" id="{F6104518-A7CC-721F-3D2B-19BF556D4B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36540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21038836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82" name="Arc 981">
                      <a:extLst>
                        <a:ext uri="{FF2B5EF4-FFF2-40B4-BE49-F238E27FC236}">
                          <a16:creationId xmlns:a16="http://schemas.microsoft.com/office/drawing/2014/main" id="{E5BD5EFD-7DD6-9747-168D-3E4E00879E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87363" y="5330087"/>
                      <a:ext cx="650789" cy="996572"/>
                    </a:xfrm>
                    <a:prstGeom prst="arc">
                      <a:avLst>
                        <a:gd name="adj1" fmla="val 11355569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83" name="Arc 982">
                      <a:extLst>
                        <a:ext uri="{FF2B5EF4-FFF2-40B4-BE49-F238E27FC236}">
                          <a16:creationId xmlns:a16="http://schemas.microsoft.com/office/drawing/2014/main" id="{005317E0-D7B3-C2F9-B87E-2C014B263AE3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3653481" y="5454662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84" name="Arc 983">
                      <a:extLst>
                        <a:ext uri="{FF2B5EF4-FFF2-40B4-BE49-F238E27FC236}">
                          <a16:creationId xmlns:a16="http://schemas.microsoft.com/office/drawing/2014/main" id="{425774F3-E4E4-DA7F-AD9F-46D6856976E1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4036130" y="5454662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985" name="Arc 984">
                      <a:extLst>
                        <a:ext uri="{FF2B5EF4-FFF2-40B4-BE49-F238E27FC236}">
                          <a16:creationId xmlns:a16="http://schemas.microsoft.com/office/drawing/2014/main" id="{1D6E8613-4E86-14FB-D894-E4F45E1978F7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3270011" y="5454663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</p:grpSp>
              <p:cxnSp>
                <p:nvCxnSpPr>
                  <p:cNvPr id="977" name="Straight Connector 976">
                    <a:extLst>
                      <a:ext uri="{FF2B5EF4-FFF2-40B4-BE49-F238E27FC236}">
                        <a16:creationId xmlns:a16="http://schemas.microsoft.com/office/drawing/2014/main" id="{3391752E-4B29-9E8F-BD34-01BCFA5094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99383" y="4440702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8" name="Straight Connector 977">
                    <a:extLst>
                      <a:ext uri="{FF2B5EF4-FFF2-40B4-BE49-F238E27FC236}">
                        <a16:creationId xmlns:a16="http://schemas.microsoft.com/office/drawing/2014/main" id="{285F4DC4-1F00-18A8-787E-FDDF580524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89917" y="3360701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61" name="Group 960">
                  <a:extLst>
                    <a:ext uri="{FF2B5EF4-FFF2-40B4-BE49-F238E27FC236}">
                      <a16:creationId xmlns:a16="http://schemas.microsoft.com/office/drawing/2014/main" id="{5A8E7CAC-5888-4BBA-BB05-9CE9735BE920}"/>
                    </a:ext>
                  </a:extLst>
                </p:cNvPr>
                <p:cNvGrpSpPr/>
                <p:nvPr/>
              </p:nvGrpSpPr>
              <p:grpSpPr>
                <a:xfrm rot="5400000">
                  <a:off x="9111560" y="1820972"/>
                  <a:ext cx="242888" cy="1620001"/>
                  <a:chOff x="7860988" y="3360701"/>
                  <a:chExt cx="242888" cy="1620001"/>
                </a:xfrm>
              </p:grpSpPr>
              <p:sp>
                <p:nvSpPr>
                  <p:cNvPr id="965" name="Line 475">
                    <a:extLst>
                      <a:ext uri="{FF2B5EF4-FFF2-40B4-BE49-F238E27FC236}">
                        <a16:creationId xmlns:a16="http://schemas.microsoft.com/office/drawing/2014/main" id="{5895D40C-CE87-F072-D38F-6C9C112A2E7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66" name="Line 476">
                    <a:extLst>
                      <a:ext uri="{FF2B5EF4-FFF2-40B4-BE49-F238E27FC236}">
                        <a16:creationId xmlns:a16="http://schemas.microsoft.com/office/drawing/2014/main" id="{7DDC1A7F-89F4-BCD1-9107-B7D8A0FE6D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67" name="Line 477">
                    <a:extLst>
                      <a:ext uri="{FF2B5EF4-FFF2-40B4-BE49-F238E27FC236}">
                        <a16:creationId xmlns:a16="http://schemas.microsoft.com/office/drawing/2014/main" id="{0848937A-2F90-ADA0-D1D9-4A806F2780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68" name="Line 478">
                    <a:extLst>
                      <a:ext uri="{FF2B5EF4-FFF2-40B4-BE49-F238E27FC236}">
                        <a16:creationId xmlns:a16="http://schemas.microsoft.com/office/drawing/2014/main" id="{AE3AAD3D-45DA-C99C-D0BC-9DAE7330F33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69" name="Line 479">
                    <a:extLst>
                      <a:ext uri="{FF2B5EF4-FFF2-40B4-BE49-F238E27FC236}">
                        <a16:creationId xmlns:a16="http://schemas.microsoft.com/office/drawing/2014/main" id="{FAFB6D3E-FC82-6B2E-D21C-E76E52026CC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70" name="Line 480">
                    <a:extLst>
                      <a:ext uri="{FF2B5EF4-FFF2-40B4-BE49-F238E27FC236}">
                        <a16:creationId xmlns:a16="http://schemas.microsoft.com/office/drawing/2014/main" id="{5E8763B0-3196-BD0C-A40F-B054A2144D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71" name="Line 481">
                    <a:extLst>
                      <a:ext uri="{FF2B5EF4-FFF2-40B4-BE49-F238E27FC236}">
                        <a16:creationId xmlns:a16="http://schemas.microsoft.com/office/drawing/2014/main" id="{B801A968-DE3E-DE33-0B23-920539711F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72" name="Line 482">
                    <a:extLst>
                      <a:ext uri="{FF2B5EF4-FFF2-40B4-BE49-F238E27FC236}">
                        <a16:creationId xmlns:a16="http://schemas.microsoft.com/office/drawing/2014/main" id="{FF29B472-C9D2-DE3E-61C5-294AF101784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973" name="Line 483">
                    <a:extLst>
                      <a:ext uri="{FF2B5EF4-FFF2-40B4-BE49-F238E27FC236}">
                        <a16:creationId xmlns:a16="http://schemas.microsoft.com/office/drawing/2014/main" id="{AEDD3BE3-E15B-D4A2-C5FF-30EFE840F72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974" name="Straight Connector 973">
                    <a:extLst>
                      <a:ext uri="{FF2B5EF4-FFF2-40B4-BE49-F238E27FC236}">
                        <a16:creationId xmlns:a16="http://schemas.microsoft.com/office/drawing/2014/main" id="{1694BF41-BEED-7632-CBBE-A8FE1BBF23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92829" y="3360701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  <a:headEnd type="triangl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5" name="Straight Connector 974">
                    <a:extLst>
                      <a:ext uri="{FF2B5EF4-FFF2-40B4-BE49-F238E27FC236}">
                        <a16:creationId xmlns:a16="http://schemas.microsoft.com/office/drawing/2014/main" id="{6047E458-2D97-572B-6030-2D19061FE7F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81637" y="4440702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62" name="Oval 961">
                  <a:extLst>
                    <a:ext uri="{FF2B5EF4-FFF2-40B4-BE49-F238E27FC236}">
                      <a16:creationId xmlns:a16="http://schemas.microsoft.com/office/drawing/2014/main" id="{1C368896-8C44-7E35-08C2-77CC63224514}"/>
                    </a:ext>
                  </a:extLst>
                </p:cNvPr>
                <p:cNvSpPr/>
                <p:nvPr/>
              </p:nvSpPr>
              <p:spPr>
                <a:xfrm>
                  <a:off x="5447130" y="2575931"/>
                  <a:ext cx="94340" cy="94199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3" name="Oval 962">
                  <a:extLst>
                    <a:ext uri="{FF2B5EF4-FFF2-40B4-BE49-F238E27FC236}">
                      <a16:creationId xmlns:a16="http://schemas.microsoft.com/office/drawing/2014/main" id="{EC6F46C4-898E-A9DA-C8CE-1F8565C737EF}"/>
                    </a:ext>
                  </a:extLst>
                </p:cNvPr>
                <p:cNvSpPr/>
                <p:nvPr/>
              </p:nvSpPr>
              <p:spPr>
                <a:xfrm>
                  <a:off x="8380991" y="2575931"/>
                  <a:ext cx="94340" cy="94199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4" name="Oval 963">
                  <a:extLst>
                    <a:ext uri="{FF2B5EF4-FFF2-40B4-BE49-F238E27FC236}">
                      <a16:creationId xmlns:a16="http://schemas.microsoft.com/office/drawing/2014/main" id="{F573CB92-B94B-F1C2-BB9F-840C516E581C}"/>
                    </a:ext>
                  </a:extLst>
                </p:cNvPr>
                <p:cNvSpPr/>
                <p:nvPr/>
              </p:nvSpPr>
              <p:spPr>
                <a:xfrm>
                  <a:off x="11314553" y="2578587"/>
                  <a:ext cx="94340" cy="94199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55" name="Oval 954">
                <a:extLst>
                  <a:ext uri="{FF2B5EF4-FFF2-40B4-BE49-F238E27FC236}">
                    <a16:creationId xmlns:a16="http://schemas.microsoft.com/office/drawing/2014/main" id="{556B335C-5E03-7743-53B8-245860E156EF}"/>
                  </a:ext>
                </a:extLst>
              </p:cNvPr>
              <p:cNvSpPr/>
              <p:nvPr/>
            </p:nvSpPr>
            <p:spPr>
              <a:xfrm>
                <a:off x="3326638" y="3435857"/>
                <a:ext cx="277702" cy="276726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  <p:sp>
            <p:nvSpPr>
              <p:cNvPr id="956" name="Oval 955">
                <a:extLst>
                  <a:ext uri="{FF2B5EF4-FFF2-40B4-BE49-F238E27FC236}">
                    <a16:creationId xmlns:a16="http://schemas.microsoft.com/office/drawing/2014/main" id="{997D9B4A-7C1A-5B13-636C-6C260D1051A8}"/>
                  </a:ext>
                </a:extLst>
              </p:cNvPr>
              <p:cNvSpPr/>
              <p:nvPr/>
            </p:nvSpPr>
            <p:spPr>
              <a:xfrm>
                <a:off x="6234719" y="3440431"/>
                <a:ext cx="277702" cy="276726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5</a:t>
                </a:r>
              </a:p>
            </p:txBody>
          </p:sp>
          <p:sp>
            <p:nvSpPr>
              <p:cNvPr id="957" name="Oval 956">
                <a:extLst>
                  <a:ext uri="{FF2B5EF4-FFF2-40B4-BE49-F238E27FC236}">
                    <a16:creationId xmlns:a16="http://schemas.microsoft.com/office/drawing/2014/main" id="{CF76315D-0620-888D-A921-53274C4DEC8B}"/>
                  </a:ext>
                </a:extLst>
              </p:cNvPr>
              <p:cNvSpPr/>
              <p:nvPr/>
            </p:nvSpPr>
            <p:spPr>
              <a:xfrm>
                <a:off x="9212792" y="3435857"/>
                <a:ext cx="277702" cy="276726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8</a:t>
                </a:r>
              </a:p>
            </p:txBody>
          </p:sp>
        </p:grpSp>
        <p:grpSp>
          <p:nvGrpSpPr>
            <p:cNvPr id="1007" name="Group 1006">
              <a:extLst>
                <a:ext uri="{FF2B5EF4-FFF2-40B4-BE49-F238E27FC236}">
                  <a16:creationId xmlns:a16="http://schemas.microsoft.com/office/drawing/2014/main" id="{91226628-BDF7-F22F-B4E3-006E9FFE3C34}"/>
                </a:ext>
              </a:extLst>
            </p:cNvPr>
            <p:cNvGrpSpPr/>
            <p:nvPr/>
          </p:nvGrpSpPr>
          <p:grpSpPr>
            <a:xfrm>
              <a:off x="3326638" y="4554226"/>
              <a:ext cx="6279587" cy="564392"/>
              <a:chOff x="3326638" y="4306159"/>
              <a:chExt cx="6279587" cy="564392"/>
            </a:xfrm>
          </p:grpSpPr>
          <p:grpSp>
            <p:nvGrpSpPr>
              <p:cNvPr id="1008" name="Group 1007">
                <a:extLst>
                  <a:ext uri="{FF2B5EF4-FFF2-40B4-BE49-F238E27FC236}">
                    <a16:creationId xmlns:a16="http://schemas.microsoft.com/office/drawing/2014/main" id="{A222C6CF-BACF-C694-15F7-C49213C302F0}"/>
                  </a:ext>
                </a:extLst>
              </p:cNvPr>
              <p:cNvGrpSpPr/>
              <p:nvPr/>
            </p:nvGrpSpPr>
            <p:grpSpPr>
              <a:xfrm>
                <a:off x="3644462" y="4564427"/>
                <a:ext cx="5961763" cy="306124"/>
                <a:chOff x="5447130" y="2491991"/>
                <a:chExt cx="5961763" cy="306124"/>
              </a:xfrm>
            </p:grpSpPr>
            <p:grpSp>
              <p:nvGrpSpPr>
                <p:cNvPr id="1012" name="Group 1011">
                  <a:extLst>
                    <a:ext uri="{FF2B5EF4-FFF2-40B4-BE49-F238E27FC236}">
                      <a16:creationId xmlns:a16="http://schemas.microsoft.com/office/drawing/2014/main" id="{33E53696-730D-4489-29A4-BBF373072BC7}"/>
                    </a:ext>
                  </a:extLst>
                </p:cNvPr>
                <p:cNvGrpSpPr/>
                <p:nvPr/>
              </p:nvGrpSpPr>
              <p:grpSpPr>
                <a:xfrm rot="5400000">
                  <a:off x="7452737" y="1831479"/>
                  <a:ext cx="298977" cy="1620001"/>
                  <a:chOff x="7453879" y="3360701"/>
                  <a:chExt cx="298977" cy="1620001"/>
                </a:xfrm>
              </p:grpSpPr>
              <p:grpSp>
                <p:nvGrpSpPr>
                  <p:cNvPr id="1051" name="Group 1050">
                    <a:extLst>
                      <a:ext uri="{FF2B5EF4-FFF2-40B4-BE49-F238E27FC236}">
                        <a16:creationId xmlns:a16="http://schemas.microsoft.com/office/drawing/2014/main" id="{0AA41058-FB66-EED5-E1C7-4F67EB91B66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 rot="16200000">
                    <a:off x="7333368" y="4021213"/>
                    <a:ext cx="540000" cy="298977"/>
                    <a:chOff x="2887363" y="5330087"/>
                    <a:chExt cx="1799966" cy="996572"/>
                  </a:xfrm>
                </p:grpSpPr>
                <p:sp>
                  <p:nvSpPr>
                    <p:cNvPr id="1054" name="Arc 1053">
                      <a:extLst>
                        <a:ext uri="{FF2B5EF4-FFF2-40B4-BE49-F238E27FC236}">
                          <a16:creationId xmlns:a16="http://schemas.microsoft.com/office/drawing/2014/main" id="{2A968EAA-30CA-0B0B-FBF0-ADDBC4AE08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0422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55" name="Arc 1054">
                      <a:extLst>
                        <a:ext uri="{FF2B5EF4-FFF2-40B4-BE49-F238E27FC236}">
                          <a16:creationId xmlns:a16="http://schemas.microsoft.com/office/drawing/2014/main" id="{97F653CC-99CF-6B64-8EF0-FCB9A306E5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3481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56" name="Arc 1055">
                      <a:extLst>
                        <a:ext uri="{FF2B5EF4-FFF2-40B4-BE49-F238E27FC236}">
                          <a16:creationId xmlns:a16="http://schemas.microsoft.com/office/drawing/2014/main" id="{36DC6905-84DA-AB86-70CD-B501535198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36540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21038836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57" name="Arc 1056">
                      <a:extLst>
                        <a:ext uri="{FF2B5EF4-FFF2-40B4-BE49-F238E27FC236}">
                          <a16:creationId xmlns:a16="http://schemas.microsoft.com/office/drawing/2014/main" id="{7BFE9CB8-610F-7977-0C38-7F48A0F751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87363" y="5330087"/>
                      <a:ext cx="650789" cy="996572"/>
                    </a:xfrm>
                    <a:prstGeom prst="arc">
                      <a:avLst>
                        <a:gd name="adj1" fmla="val 11355569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58" name="Arc 1057">
                      <a:extLst>
                        <a:ext uri="{FF2B5EF4-FFF2-40B4-BE49-F238E27FC236}">
                          <a16:creationId xmlns:a16="http://schemas.microsoft.com/office/drawing/2014/main" id="{76FE4FE6-9F36-0812-1F94-5C1EE14BCD37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3653481" y="5454662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59" name="Arc 1058">
                      <a:extLst>
                        <a:ext uri="{FF2B5EF4-FFF2-40B4-BE49-F238E27FC236}">
                          <a16:creationId xmlns:a16="http://schemas.microsoft.com/office/drawing/2014/main" id="{77F465F5-5CB2-BD6B-0D0F-4197A96E054F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4036130" y="5454662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60" name="Arc 1059">
                      <a:extLst>
                        <a:ext uri="{FF2B5EF4-FFF2-40B4-BE49-F238E27FC236}">
                          <a16:creationId xmlns:a16="http://schemas.microsoft.com/office/drawing/2014/main" id="{5EB7A0D0-2904-C128-A113-5EBBEB831EAF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3270011" y="5454663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</p:grpSp>
              <p:cxnSp>
                <p:nvCxnSpPr>
                  <p:cNvPr id="1052" name="Straight Connector 1051">
                    <a:extLst>
                      <a:ext uri="{FF2B5EF4-FFF2-40B4-BE49-F238E27FC236}">
                        <a16:creationId xmlns:a16="http://schemas.microsoft.com/office/drawing/2014/main" id="{72E3508A-E466-3F16-4D6D-3F64051EA2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99383" y="4440702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3" name="Straight Connector 1052">
                    <a:extLst>
                      <a:ext uri="{FF2B5EF4-FFF2-40B4-BE49-F238E27FC236}">
                        <a16:creationId xmlns:a16="http://schemas.microsoft.com/office/drawing/2014/main" id="{4624BED8-F18E-C079-14E2-2C0846FFF4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89917" y="3360701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13" name="Group 1012">
                  <a:extLst>
                    <a:ext uri="{FF2B5EF4-FFF2-40B4-BE49-F238E27FC236}">
                      <a16:creationId xmlns:a16="http://schemas.microsoft.com/office/drawing/2014/main" id="{4DDFD48E-5AD5-BDEA-BC49-195D550B34FA}"/>
                    </a:ext>
                  </a:extLst>
                </p:cNvPr>
                <p:cNvGrpSpPr/>
                <p:nvPr/>
              </p:nvGrpSpPr>
              <p:grpSpPr>
                <a:xfrm rot="5400000">
                  <a:off x="6157459" y="1813825"/>
                  <a:ext cx="242888" cy="1620001"/>
                  <a:chOff x="7860988" y="3360701"/>
                  <a:chExt cx="242888" cy="1620001"/>
                </a:xfrm>
              </p:grpSpPr>
              <p:sp>
                <p:nvSpPr>
                  <p:cNvPr id="1040" name="Line 475">
                    <a:extLst>
                      <a:ext uri="{FF2B5EF4-FFF2-40B4-BE49-F238E27FC236}">
                        <a16:creationId xmlns:a16="http://schemas.microsoft.com/office/drawing/2014/main" id="{AEBD8633-5188-6EB1-D02A-D275198DB2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41" name="Line 476">
                    <a:extLst>
                      <a:ext uri="{FF2B5EF4-FFF2-40B4-BE49-F238E27FC236}">
                        <a16:creationId xmlns:a16="http://schemas.microsoft.com/office/drawing/2014/main" id="{6976B7D6-D32A-335B-6903-8AE3C21A59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42" name="Line 477">
                    <a:extLst>
                      <a:ext uri="{FF2B5EF4-FFF2-40B4-BE49-F238E27FC236}">
                        <a16:creationId xmlns:a16="http://schemas.microsoft.com/office/drawing/2014/main" id="{4F24C0D6-DF78-5E3F-A9E1-0DBDAA89E90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43" name="Line 478">
                    <a:extLst>
                      <a:ext uri="{FF2B5EF4-FFF2-40B4-BE49-F238E27FC236}">
                        <a16:creationId xmlns:a16="http://schemas.microsoft.com/office/drawing/2014/main" id="{81B31A35-0F11-B854-665F-23FF42444A5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44" name="Line 479">
                    <a:extLst>
                      <a:ext uri="{FF2B5EF4-FFF2-40B4-BE49-F238E27FC236}">
                        <a16:creationId xmlns:a16="http://schemas.microsoft.com/office/drawing/2014/main" id="{FA12A547-33F3-3C7E-DCB1-8F6BA4494B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45" name="Line 480">
                    <a:extLst>
                      <a:ext uri="{FF2B5EF4-FFF2-40B4-BE49-F238E27FC236}">
                        <a16:creationId xmlns:a16="http://schemas.microsoft.com/office/drawing/2014/main" id="{67A89D96-63A0-4113-9AE1-542C2A81403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46" name="Line 481">
                    <a:extLst>
                      <a:ext uri="{FF2B5EF4-FFF2-40B4-BE49-F238E27FC236}">
                        <a16:creationId xmlns:a16="http://schemas.microsoft.com/office/drawing/2014/main" id="{1F4069E9-1E11-6944-C193-F675E06EC43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47" name="Line 482">
                    <a:extLst>
                      <a:ext uri="{FF2B5EF4-FFF2-40B4-BE49-F238E27FC236}">
                        <a16:creationId xmlns:a16="http://schemas.microsoft.com/office/drawing/2014/main" id="{C390D070-67DF-8653-0C9D-F4FB154367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48" name="Line 483">
                    <a:extLst>
                      <a:ext uri="{FF2B5EF4-FFF2-40B4-BE49-F238E27FC236}">
                        <a16:creationId xmlns:a16="http://schemas.microsoft.com/office/drawing/2014/main" id="{B32E5A0A-495A-2275-D74C-26BBC1A5C11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1049" name="Straight Connector 1048">
                    <a:extLst>
                      <a:ext uri="{FF2B5EF4-FFF2-40B4-BE49-F238E27FC236}">
                        <a16:creationId xmlns:a16="http://schemas.microsoft.com/office/drawing/2014/main" id="{9A96A751-5189-4875-E1BA-70757BEA31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92829" y="3360701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  <a:headEnd type="triangl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0" name="Straight Connector 1049">
                    <a:extLst>
                      <a:ext uri="{FF2B5EF4-FFF2-40B4-BE49-F238E27FC236}">
                        <a16:creationId xmlns:a16="http://schemas.microsoft.com/office/drawing/2014/main" id="{4130046D-B3C2-2F5F-8BEE-A00AE5F62E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81637" y="4440702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14" name="Group 1013">
                  <a:extLst>
                    <a:ext uri="{FF2B5EF4-FFF2-40B4-BE49-F238E27FC236}">
                      <a16:creationId xmlns:a16="http://schemas.microsoft.com/office/drawing/2014/main" id="{E14B9181-7626-A690-42FA-6511F02906EA}"/>
                    </a:ext>
                  </a:extLst>
                </p:cNvPr>
                <p:cNvGrpSpPr/>
                <p:nvPr/>
              </p:nvGrpSpPr>
              <p:grpSpPr>
                <a:xfrm rot="5400000">
                  <a:off x="10406838" y="1838626"/>
                  <a:ext cx="298977" cy="1620001"/>
                  <a:chOff x="7453879" y="3360701"/>
                  <a:chExt cx="298977" cy="1620001"/>
                </a:xfrm>
              </p:grpSpPr>
              <p:grpSp>
                <p:nvGrpSpPr>
                  <p:cNvPr id="1030" name="Group 1029">
                    <a:extLst>
                      <a:ext uri="{FF2B5EF4-FFF2-40B4-BE49-F238E27FC236}">
                        <a16:creationId xmlns:a16="http://schemas.microsoft.com/office/drawing/2014/main" id="{53534B59-0D03-3FC0-0470-AF4BF40805C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 rot="16200000">
                    <a:off x="7333368" y="4021213"/>
                    <a:ext cx="540000" cy="298977"/>
                    <a:chOff x="2887363" y="5330087"/>
                    <a:chExt cx="1799966" cy="996572"/>
                  </a:xfrm>
                </p:grpSpPr>
                <p:sp>
                  <p:nvSpPr>
                    <p:cNvPr id="1033" name="Arc 1032">
                      <a:extLst>
                        <a:ext uri="{FF2B5EF4-FFF2-40B4-BE49-F238E27FC236}">
                          <a16:creationId xmlns:a16="http://schemas.microsoft.com/office/drawing/2014/main" id="{1601EAFB-BE22-EADC-0BC3-9F9F8D08D8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0422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34" name="Arc 1033">
                      <a:extLst>
                        <a:ext uri="{FF2B5EF4-FFF2-40B4-BE49-F238E27FC236}">
                          <a16:creationId xmlns:a16="http://schemas.microsoft.com/office/drawing/2014/main" id="{B60485CE-077A-9746-DD76-AB17577D6B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53481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35" name="Arc 1034">
                      <a:extLst>
                        <a:ext uri="{FF2B5EF4-FFF2-40B4-BE49-F238E27FC236}">
                          <a16:creationId xmlns:a16="http://schemas.microsoft.com/office/drawing/2014/main" id="{3FB899CC-A7A7-42F3-3653-E42DD11666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36540" y="5330087"/>
                      <a:ext cx="650789" cy="996572"/>
                    </a:xfrm>
                    <a:prstGeom prst="arc">
                      <a:avLst>
                        <a:gd name="adj1" fmla="val 10790216"/>
                        <a:gd name="adj2" fmla="val 21038836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36" name="Arc 1035">
                      <a:extLst>
                        <a:ext uri="{FF2B5EF4-FFF2-40B4-BE49-F238E27FC236}">
                          <a16:creationId xmlns:a16="http://schemas.microsoft.com/office/drawing/2014/main" id="{1342361F-6597-9BF0-B9A2-5C1E0F68AA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87363" y="5330087"/>
                      <a:ext cx="650789" cy="996572"/>
                    </a:xfrm>
                    <a:prstGeom prst="arc">
                      <a:avLst>
                        <a:gd name="adj1" fmla="val 11355569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37" name="Arc 1036">
                      <a:extLst>
                        <a:ext uri="{FF2B5EF4-FFF2-40B4-BE49-F238E27FC236}">
                          <a16:creationId xmlns:a16="http://schemas.microsoft.com/office/drawing/2014/main" id="{20B86D5A-9563-DD9B-8937-E52DF22DB1FA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3653481" y="5454662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38" name="Arc 1037">
                      <a:extLst>
                        <a:ext uri="{FF2B5EF4-FFF2-40B4-BE49-F238E27FC236}">
                          <a16:creationId xmlns:a16="http://schemas.microsoft.com/office/drawing/2014/main" id="{7F26DED0-6E0F-72F5-31D2-3DC3BD640C1D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4036130" y="5454662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  <p:sp>
                  <p:nvSpPr>
                    <p:cNvPr id="1039" name="Arc 1038">
                      <a:extLst>
                        <a:ext uri="{FF2B5EF4-FFF2-40B4-BE49-F238E27FC236}">
                          <a16:creationId xmlns:a16="http://schemas.microsoft.com/office/drawing/2014/main" id="{5FE1F854-B305-2885-4658-E4B781192966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3270011" y="5454663"/>
                      <a:ext cx="268140" cy="747420"/>
                    </a:xfrm>
                    <a:prstGeom prst="arc">
                      <a:avLst>
                        <a:gd name="adj1" fmla="val 10790216"/>
                        <a:gd name="adj2" fmla="val 71171"/>
                      </a:avLst>
                    </a:prstGeom>
                    <a:ln w="25400"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T"/>
                    </a:p>
                  </p:txBody>
                </p:sp>
              </p:grpSp>
              <p:cxnSp>
                <p:nvCxnSpPr>
                  <p:cNvPr id="1031" name="Straight Connector 1030">
                    <a:extLst>
                      <a:ext uri="{FF2B5EF4-FFF2-40B4-BE49-F238E27FC236}">
                        <a16:creationId xmlns:a16="http://schemas.microsoft.com/office/drawing/2014/main" id="{603CD2B2-24B5-BFC9-41E4-F9DB8E4A9A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99383" y="4440702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2" name="Straight Connector 1031">
                    <a:extLst>
                      <a:ext uri="{FF2B5EF4-FFF2-40B4-BE49-F238E27FC236}">
                        <a16:creationId xmlns:a16="http://schemas.microsoft.com/office/drawing/2014/main" id="{451D0A01-1750-2A80-CB00-139A380097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89917" y="3360701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15" name="Group 1014">
                  <a:extLst>
                    <a:ext uri="{FF2B5EF4-FFF2-40B4-BE49-F238E27FC236}">
                      <a16:creationId xmlns:a16="http://schemas.microsoft.com/office/drawing/2014/main" id="{B1D16687-E2CD-3D7F-54EB-DBD438294758}"/>
                    </a:ext>
                  </a:extLst>
                </p:cNvPr>
                <p:cNvGrpSpPr/>
                <p:nvPr/>
              </p:nvGrpSpPr>
              <p:grpSpPr>
                <a:xfrm rot="5400000">
                  <a:off x="9111560" y="1820972"/>
                  <a:ext cx="242888" cy="1620001"/>
                  <a:chOff x="7860988" y="3360701"/>
                  <a:chExt cx="242888" cy="1620001"/>
                </a:xfrm>
              </p:grpSpPr>
              <p:sp>
                <p:nvSpPr>
                  <p:cNvPr id="1019" name="Line 475">
                    <a:extLst>
                      <a:ext uri="{FF2B5EF4-FFF2-40B4-BE49-F238E27FC236}">
                        <a16:creationId xmlns:a16="http://schemas.microsoft.com/office/drawing/2014/main" id="{60B1E9CB-E06D-D945-61E9-6F73235BA03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253917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20" name="Line 476">
                    <a:extLst>
                      <a:ext uri="{FF2B5EF4-FFF2-40B4-BE49-F238E27FC236}">
                        <a16:creationId xmlns:a16="http://schemas.microsoft.com/office/drawing/2014/main" id="{FCB4FD5C-6B01-570D-9181-49DD4F124B3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187242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21" name="Line 477">
                    <a:extLst>
                      <a:ext uri="{FF2B5EF4-FFF2-40B4-BE49-F238E27FC236}">
                        <a16:creationId xmlns:a16="http://schemas.microsoft.com/office/drawing/2014/main" id="{71FB3838-693F-EBC5-D641-38E4A01CD90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7506" y="4118979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22" name="Line 478">
                    <a:extLst>
                      <a:ext uri="{FF2B5EF4-FFF2-40B4-BE49-F238E27FC236}">
                        <a16:creationId xmlns:a16="http://schemas.microsoft.com/office/drawing/2014/main" id="{6B6A1E11-1028-3D13-F488-BAB053854FB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7506" y="404754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23" name="Line 479">
                    <a:extLst>
                      <a:ext uri="{FF2B5EF4-FFF2-40B4-BE49-F238E27FC236}">
                        <a16:creationId xmlns:a16="http://schemas.microsoft.com/office/drawing/2014/main" id="{B7C810D3-7655-2AFC-0330-60F55DC1584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977691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24" name="Line 480">
                    <a:extLst>
                      <a:ext uri="{FF2B5EF4-FFF2-40B4-BE49-F238E27FC236}">
                        <a16:creationId xmlns:a16="http://schemas.microsoft.com/office/drawing/2014/main" id="{6BEB624F-F6DD-97F3-36C4-1C1BAEEBA12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49094" y="3911016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25" name="Line 481">
                    <a:extLst>
                      <a:ext uri="{FF2B5EF4-FFF2-40B4-BE49-F238E27FC236}">
                        <a16:creationId xmlns:a16="http://schemas.microsoft.com/office/drawing/2014/main" id="{7E48B72A-4C12-A15B-21B7-9D5724344AE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V="1">
                    <a:off x="7949094" y="3842754"/>
                    <a:ext cx="68263" cy="24130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26" name="Line 482">
                    <a:extLst>
                      <a:ext uri="{FF2B5EF4-FFF2-40B4-BE49-F238E27FC236}">
                        <a16:creationId xmlns:a16="http://schemas.microsoft.com/office/drawing/2014/main" id="{53748ADD-84F7-C872-1B3E-A698BE5BF53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7909410" y="3853870"/>
                    <a:ext cx="25394" cy="119060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sp>
                <p:nvSpPr>
                  <p:cNvPr id="1027" name="Line 483">
                    <a:extLst>
                      <a:ext uri="{FF2B5EF4-FFF2-40B4-BE49-F238E27FC236}">
                        <a16:creationId xmlns:a16="http://schemas.microsoft.com/office/drawing/2014/main" id="{6FAD26CF-3BD5-7DA0-228A-A37EFADE6EE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16200000" flipH="1" flipV="1">
                    <a:off x="8023579" y="4361994"/>
                    <a:ext cx="30418" cy="127001"/>
                  </a:xfrm>
                  <a:prstGeom prst="line">
                    <a:avLst/>
                  </a:prstGeom>
                  <a:noFill/>
                  <a:ln w="25400" cap="rnd">
                    <a:solidFill>
                      <a:srgbClr val="C0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IT"/>
                  </a:p>
                </p:txBody>
              </p:sp>
              <p:cxnSp>
                <p:nvCxnSpPr>
                  <p:cNvPr id="1028" name="Straight Connector 1027">
                    <a:extLst>
                      <a:ext uri="{FF2B5EF4-FFF2-40B4-BE49-F238E27FC236}">
                        <a16:creationId xmlns:a16="http://schemas.microsoft.com/office/drawing/2014/main" id="{456B322A-584F-EB0D-4BB1-E7908996E0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92829" y="3360701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  <a:headEnd type="triangle" w="lg" len="lg"/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9" name="Straight Connector 1028">
                    <a:extLst>
                      <a:ext uri="{FF2B5EF4-FFF2-40B4-BE49-F238E27FC236}">
                        <a16:creationId xmlns:a16="http://schemas.microsoft.com/office/drawing/2014/main" id="{B7EF104E-DF9D-CD9E-0979-13390F4F8B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981637" y="4440702"/>
                    <a:ext cx="0" cy="540000"/>
                  </a:xfrm>
                  <a:prstGeom prst="line">
                    <a:avLst/>
                  </a:prstGeom>
                  <a:ln cap="rnd">
                    <a:solidFill>
                      <a:srgbClr val="C00000"/>
                    </a:solidFill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16" name="Oval 1015">
                  <a:extLst>
                    <a:ext uri="{FF2B5EF4-FFF2-40B4-BE49-F238E27FC236}">
                      <a16:creationId xmlns:a16="http://schemas.microsoft.com/office/drawing/2014/main" id="{1F5F14B8-AB4A-6FD6-EBBA-17497CB9AB23}"/>
                    </a:ext>
                  </a:extLst>
                </p:cNvPr>
                <p:cNvSpPr/>
                <p:nvPr/>
              </p:nvSpPr>
              <p:spPr>
                <a:xfrm>
                  <a:off x="5447130" y="2575931"/>
                  <a:ext cx="94340" cy="94199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7" name="Oval 1016">
                  <a:extLst>
                    <a:ext uri="{FF2B5EF4-FFF2-40B4-BE49-F238E27FC236}">
                      <a16:creationId xmlns:a16="http://schemas.microsoft.com/office/drawing/2014/main" id="{5B150A08-4E74-A035-F7BA-B4F2F900F8F8}"/>
                    </a:ext>
                  </a:extLst>
                </p:cNvPr>
                <p:cNvSpPr/>
                <p:nvPr/>
              </p:nvSpPr>
              <p:spPr>
                <a:xfrm>
                  <a:off x="8380991" y="2575931"/>
                  <a:ext cx="94340" cy="94199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8" name="Oval 1017">
                  <a:extLst>
                    <a:ext uri="{FF2B5EF4-FFF2-40B4-BE49-F238E27FC236}">
                      <a16:creationId xmlns:a16="http://schemas.microsoft.com/office/drawing/2014/main" id="{4F816AE4-5EC0-D85B-09FA-346802A51312}"/>
                    </a:ext>
                  </a:extLst>
                </p:cNvPr>
                <p:cNvSpPr/>
                <p:nvPr/>
              </p:nvSpPr>
              <p:spPr>
                <a:xfrm>
                  <a:off x="11314553" y="2578587"/>
                  <a:ext cx="94340" cy="94199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09" name="Oval 1008">
                <a:extLst>
                  <a:ext uri="{FF2B5EF4-FFF2-40B4-BE49-F238E27FC236}">
                    <a16:creationId xmlns:a16="http://schemas.microsoft.com/office/drawing/2014/main" id="{30006397-147B-4981-13D3-AAC4689B3D46}"/>
                  </a:ext>
                </a:extLst>
              </p:cNvPr>
              <p:cNvSpPr/>
              <p:nvPr/>
            </p:nvSpPr>
            <p:spPr>
              <a:xfrm>
                <a:off x="3326638" y="4306159"/>
                <a:ext cx="277702" cy="276726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3</a:t>
                </a:r>
              </a:p>
            </p:txBody>
          </p:sp>
          <p:sp>
            <p:nvSpPr>
              <p:cNvPr id="1010" name="Oval 1009">
                <a:extLst>
                  <a:ext uri="{FF2B5EF4-FFF2-40B4-BE49-F238E27FC236}">
                    <a16:creationId xmlns:a16="http://schemas.microsoft.com/office/drawing/2014/main" id="{9C523148-E8B3-80FF-93AF-13061B2C69A0}"/>
                  </a:ext>
                </a:extLst>
              </p:cNvPr>
              <p:cNvSpPr/>
              <p:nvPr/>
            </p:nvSpPr>
            <p:spPr>
              <a:xfrm>
                <a:off x="6235270" y="4306159"/>
                <a:ext cx="277702" cy="276726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6</a:t>
                </a:r>
              </a:p>
            </p:txBody>
          </p:sp>
          <p:sp>
            <p:nvSpPr>
              <p:cNvPr id="1011" name="Oval 1010">
                <a:extLst>
                  <a:ext uri="{FF2B5EF4-FFF2-40B4-BE49-F238E27FC236}">
                    <a16:creationId xmlns:a16="http://schemas.microsoft.com/office/drawing/2014/main" id="{D2639EA0-D946-67CA-7674-49DF6F9E7F25}"/>
                  </a:ext>
                </a:extLst>
              </p:cNvPr>
              <p:cNvSpPr/>
              <p:nvPr/>
            </p:nvSpPr>
            <p:spPr>
              <a:xfrm>
                <a:off x="9212792" y="4306159"/>
                <a:ext cx="277702" cy="276726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9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1" name="TextBox 1060">
                  <a:extLst>
                    <a:ext uri="{FF2B5EF4-FFF2-40B4-BE49-F238E27FC236}">
                      <a16:creationId xmlns:a16="http://schemas.microsoft.com/office/drawing/2014/main" id="{04E14809-348D-3B2E-7619-4633D685A10C}"/>
                    </a:ext>
                  </a:extLst>
                </p:cNvPr>
                <p:cNvSpPr txBox="1"/>
                <p:nvPr/>
              </p:nvSpPr>
              <p:spPr>
                <a:xfrm>
                  <a:off x="3823303" y="2802055"/>
                  <a:ext cx="512769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61" name="TextBox 1060">
                  <a:extLst>
                    <a:ext uri="{FF2B5EF4-FFF2-40B4-BE49-F238E27FC236}">
                      <a16:creationId xmlns:a16="http://schemas.microsoft.com/office/drawing/2014/main" id="{04E14809-348D-3B2E-7619-4633D685A1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3303" y="2802055"/>
                  <a:ext cx="51276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4634" r="-4878" b="-1333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2" name="TextBox 1061">
                  <a:extLst>
                    <a:ext uri="{FF2B5EF4-FFF2-40B4-BE49-F238E27FC236}">
                      <a16:creationId xmlns:a16="http://schemas.microsoft.com/office/drawing/2014/main" id="{783E9892-79F0-15C7-D8BB-D3084A676652}"/>
                    </a:ext>
                  </a:extLst>
                </p:cNvPr>
                <p:cNvSpPr txBox="1"/>
                <p:nvPr/>
              </p:nvSpPr>
              <p:spPr>
                <a:xfrm>
                  <a:off x="3836304" y="4076909"/>
                  <a:ext cx="51988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62" name="TextBox 1061">
                  <a:extLst>
                    <a:ext uri="{FF2B5EF4-FFF2-40B4-BE49-F238E27FC236}">
                      <a16:creationId xmlns:a16="http://schemas.microsoft.com/office/drawing/2014/main" id="{783E9892-79F0-15C7-D8BB-D3084A6766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6304" y="4076909"/>
                  <a:ext cx="51988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4634" r="-4878" b="-1333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3" name="TextBox 1062">
                  <a:extLst>
                    <a:ext uri="{FF2B5EF4-FFF2-40B4-BE49-F238E27FC236}">
                      <a16:creationId xmlns:a16="http://schemas.microsoft.com/office/drawing/2014/main" id="{2A34D498-4FE1-8798-4619-4C690A0B2AF8}"/>
                    </a:ext>
                  </a:extLst>
                </p:cNvPr>
                <p:cNvSpPr txBox="1"/>
                <p:nvPr/>
              </p:nvSpPr>
              <p:spPr>
                <a:xfrm>
                  <a:off x="6787729" y="2839099"/>
                  <a:ext cx="510909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45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63" name="TextBox 1062">
                  <a:extLst>
                    <a:ext uri="{FF2B5EF4-FFF2-40B4-BE49-F238E27FC236}">
                      <a16:creationId xmlns:a16="http://schemas.microsoft.com/office/drawing/2014/main" id="{2A34D498-4FE1-8798-4619-4C690A0B2A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7729" y="2839099"/>
                  <a:ext cx="510909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4634" r="-4878" b="-1333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4" name="TextBox 1063">
                  <a:extLst>
                    <a:ext uri="{FF2B5EF4-FFF2-40B4-BE49-F238E27FC236}">
                      <a16:creationId xmlns:a16="http://schemas.microsoft.com/office/drawing/2014/main" id="{0CC9136E-6DA0-40F4-4E31-2652317971AA}"/>
                    </a:ext>
                  </a:extLst>
                </p:cNvPr>
                <p:cNvSpPr txBox="1"/>
                <p:nvPr/>
              </p:nvSpPr>
              <p:spPr>
                <a:xfrm>
                  <a:off x="6800730" y="4113953"/>
                  <a:ext cx="51988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56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64" name="TextBox 1063">
                  <a:extLst>
                    <a:ext uri="{FF2B5EF4-FFF2-40B4-BE49-F238E27FC236}">
                      <a16:creationId xmlns:a16="http://schemas.microsoft.com/office/drawing/2014/main" id="{0CC9136E-6DA0-40F4-4E31-2652317971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0730" y="4113953"/>
                  <a:ext cx="51988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4286" r="-4762" b="-1333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5" name="TextBox 1064">
                  <a:extLst>
                    <a:ext uri="{FF2B5EF4-FFF2-40B4-BE49-F238E27FC236}">
                      <a16:creationId xmlns:a16="http://schemas.microsoft.com/office/drawing/2014/main" id="{46C38EA2-BEC6-7117-D81F-12423F412E80}"/>
                    </a:ext>
                  </a:extLst>
                </p:cNvPr>
                <p:cNvSpPr txBox="1"/>
                <p:nvPr/>
              </p:nvSpPr>
              <p:spPr>
                <a:xfrm>
                  <a:off x="9719210" y="2802055"/>
                  <a:ext cx="51988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78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65" name="TextBox 1064">
                  <a:extLst>
                    <a:ext uri="{FF2B5EF4-FFF2-40B4-BE49-F238E27FC236}">
                      <a16:creationId xmlns:a16="http://schemas.microsoft.com/office/drawing/2014/main" id="{46C38EA2-BEC6-7117-D81F-12423F412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19210" y="2802055"/>
                  <a:ext cx="519886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14286" r="-2381" b="-1333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6" name="TextBox 1065">
                  <a:extLst>
                    <a:ext uri="{FF2B5EF4-FFF2-40B4-BE49-F238E27FC236}">
                      <a16:creationId xmlns:a16="http://schemas.microsoft.com/office/drawing/2014/main" id="{A8EEEA90-2987-8AD5-3EED-1BAAE3055A02}"/>
                    </a:ext>
                  </a:extLst>
                </p:cNvPr>
                <p:cNvSpPr txBox="1"/>
                <p:nvPr/>
              </p:nvSpPr>
              <p:spPr>
                <a:xfrm>
                  <a:off x="9732211" y="4076909"/>
                  <a:ext cx="513474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89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66" name="TextBox 1065">
                  <a:extLst>
                    <a:ext uri="{FF2B5EF4-FFF2-40B4-BE49-F238E27FC236}">
                      <a16:creationId xmlns:a16="http://schemas.microsoft.com/office/drawing/2014/main" id="{A8EEEA90-2987-8AD5-3EED-1BAAE3055A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32211" y="4076909"/>
                  <a:ext cx="513474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4634" r="-4878" b="-1333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E0149-554D-EE16-F522-62CD66E8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8327839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F827B-75AE-96ED-6E9B-6C1D46DB6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FC5ABBF-B45B-1F67-194D-B6A8945DDA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KCL including all edge currents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Hence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𝝋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p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b="1" i="1">
                                    <a:latin typeface="Cambria Math" panose="02040503050406030204" pitchFamily="18" charset="0"/>
                                  </a:rPr>
                                  <m:t>𝝋</m:t>
                                </m:r>
                              </m:e>
                            </m:mr>
                          </m:m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4FC5ABBF-B45B-1F67-194D-B6A8945DDA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36D3BB-851E-6404-9CB0-FAC38012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3193532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906B5-2399-BB8A-5ACD-94856429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Boundary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0588F-DF5B-36C2-EE9E-EA1980C03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325555"/>
          </a:xfrm>
        </p:spPr>
        <p:txBody>
          <a:bodyPr>
            <a:normAutofit/>
          </a:bodyPr>
          <a:lstStyle/>
          <a:p>
            <a:r>
              <a:rPr lang="en-US" dirty="0"/>
              <a:t>The electric potential is defined up to an additive constant</a:t>
            </a:r>
          </a:p>
          <a:p>
            <a:r>
              <a:rPr lang="en-US" dirty="0"/>
              <a:t>The current is injected in the first layer and taken in the last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76DE65A6-07A9-A71F-17F4-A794D8C52E46}"/>
              </a:ext>
            </a:extLst>
          </p:cNvPr>
          <p:cNvGrpSpPr/>
          <p:nvPr/>
        </p:nvGrpSpPr>
        <p:grpSpPr>
          <a:xfrm>
            <a:off x="389076" y="2897221"/>
            <a:ext cx="11426019" cy="3504591"/>
            <a:chOff x="327291" y="2687155"/>
            <a:chExt cx="11426019" cy="350459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98028BD-233F-BFE6-B080-507BC9792D11}"/>
                </a:ext>
              </a:extLst>
            </p:cNvPr>
            <p:cNvGrpSpPr/>
            <p:nvPr/>
          </p:nvGrpSpPr>
          <p:grpSpPr>
            <a:xfrm>
              <a:off x="2792248" y="2687155"/>
              <a:ext cx="6362265" cy="3120228"/>
              <a:chOff x="3326638" y="1998390"/>
              <a:chExt cx="6362265" cy="3120228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0038C0B-0FC5-30D4-AB62-79B260FF581B}"/>
                  </a:ext>
                </a:extLst>
              </p:cNvPr>
              <p:cNvGrpSpPr/>
              <p:nvPr/>
            </p:nvGrpSpPr>
            <p:grpSpPr>
              <a:xfrm>
                <a:off x="6512421" y="2365569"/>
                <a:ext cx="242888" cy="1364471"/>
                <a:chOff x="5974557" y="5240604"/>
                <a:chExt cx="242888" cy="1364471"/>
              </a:xfrm>
            </p:grpSpPr>
            <p:sp>
              <p:nvSpPr>
                <p:cNvPr id="235" name="Line 475">
                  <a:extLst>
                    <a:ext uri="{FF2B5EF4-FFF2-40B4-BE49-F238E27FC236}">
                      <a16:creationId xmlns:a16="http://schemas.microsoft.com/office/drawing/2014/main" id="{9DD6F35A-97CB-C159-F781-5826EFECB1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2663" y="55489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36" name="Line 476">
                  <a:extLst>
                    <a:ext uri="{FF2B5EF4-FFF2-40B4-BE49-F238E27FC236}">
                      <a16:creationId xmlns:a16="http://schemas.microsoft.com/office/drawing/2014/main" id="{68E8D26E-0E87-A0B8-CCAF-30623CF2ED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2663" y="561566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37" name="Line 477">
                  <a:extLst>
                    <a:ext uri="{FF2B5EF4-FFF2-40B4-BE49-F238E27FC236}">
                      <a16:creationId xmlns:a16="http://schemas.microsoft.com/office/drawing/2014/main" id="{B2E76602-E6F7-6083-2CE9-32D7AC6DA9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2663" y="568392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38" name="Line 478">
                  <a:extLst>
                    <a:ext uri="{FF2B5EF4-FFF2-40B4-BE49-F238E27FC236}">
                      <a16:creationId xmlns:a16="http://schemas.microsoft.com/office/drawing/2014/main" id="{0F483DBA-2C57-AC7B-4AD5-C32C66562F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2663" y="575536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39" name="Line 479">
                  <a:extLst>
                    <a:ext uri="{FF2B5EF4-FFF2-40B4-BE49-F238E27FC236}">
                      <a16:creationId xmlns:a16="http://schemas.microsoft.com/office/drawing/2014/main" id="{220D02C5-9BD6-A0B7-0982-F815C0B6D7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1075" y="58252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0" name="Line 480">
                  <a:extLst>
                    <a:ext uri="{FF2B5EF4-FFF2-40B4-BE49-F238E27FC236}">
                      <a16:creationId xmlns:a16="http://schemas.microsoft.com/office/drawing/2014/main" id="{867B5D92-483B-123A-84EB-1371ECF3F3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1075" y="589189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1" name="Line 481">
                  <a:extLst>
                    <a:ext uri="{FF2B5EF4-FFF2-40B4-BE49-F238E27FC236}">
                      <a16:creationId xmlns:a16="http://schemas.microsoft.com/office/drawing/2014/main" id="{8B59C280-2537-2D51-4125-A146F9E3EB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1075" y="59601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2" name="Line 482">
                  <a:extLst>
                    <a:ext uri="{FF2B5EF4-FFF2-40B4-BE49-F238E27FC236}">
                      <a16:creationId xmlns:a16="http://schemas.microsoft.com/office/drawing/2014/main" id="{179001A0-2E55-2AD3-5EF9-ECD5FB5D09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143628" y="6071278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43" name="Line 483">
                  <a:extLst>
                    <a:ext uri="{FF2B5EF4-FFF2-40B4-BE49-F238E27FC236}">
                      <a16:creationId xmlns:a16="http://schemas.microsoft.com/office/drawing/2014/main" id="{FEB7CF1A-BC71-244F-3D63-8479944DFF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24435" y="5555213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122CF23B-4FD1-7752-AF8E-EB1B133FBD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90984" y="6143506"/>
                  <a:ext cx="968" cy="461569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F8F6516F-EF69-F301-D732-E5D414C6B8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090984" y="5240604"/>
                  <a:ext cx="2587" cy="359725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3C9CA44-7232-F701-3482-C200227B38C7}"/>
                  </a:ext>
                </a:extLst>
              </p:cNvPr>
              <p:cNvGrpSpPr/>
              <p:nvPr/>
            </p:nvGrpSpPr>
            <p:grpSpPr>
              <a:xfrm>
                <a:off x="6507404" y="3607741"/>
                <a:ext cx="242888" cy="1364471"/>
                <a:chOff x="5974557" y="5240604"/>
                <a:chExt cx="242888" cy="1364471"/>
              </a:xfrm>
            </p:grpSpPr>
            <p:sp>
              <p:nvSpPr>
                <p:cNvPr id="224" name="Line 475">
                  <a:extLst>
                    <a:ext uri="{FF2B5EF4-FFF2-40B4-BE49-F238E27FC236}">
                      <a16:creationId xmlns:a16="http://schemas.microsoft.com/office/drawing/2014/main" id="{C4166D09-0BF4-8B67-C94E-B5842E78A5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2663" y="55489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5" name="Line 476">
                  <a:extLst>
                    <a:ext uri="{FF2B5EF4-FFF2-40B4-BE49-F238E27FC236}">
                      <a16:creationId xmlns:a16="http://schemas.microsoft.com/office/drawing/2014/main" id="{56CB236E-21C7-4E75-87F4-550A35F20F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2663" y="561566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6" name="Line 477">
                  <a:extLst>
                    <a:ext uri="{FF2B5EF4-FFF2-40B4-BE49-F238E27FC236}">
                      <a16:creationId xmlns:a16="http://schemas.microsoft.com/office/drawing/2014/main" id="{2D3599B0-1F5E-B692-85BD-C0BC9A36CD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2663" y="568392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7" name="Line 478">
                  <a:extLst>
                    <a:ext uri="{FF2B5EF4-FFF2-40B4-BE49-F238E27FC236}">
                      <a16:creationId xmlns:a16="http://schemas.microsoft.com/office/drawing/2014/main" id="{219DF4C1-C4A3-15BE-5DFC-C904786256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2663" y="575536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8" name="Line 479">
                  <a:extLst>
                    <a:ext uri="{FF2B5EF4-FFF2-40B4-BE49-F238E27FC236}">
                      <a16:creationId xmlns:a16="http://schemas.microsoft.com/office/drawing/2014/main" id="{CA937240-1EF8-FCE1-7C04-91B77D71C7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1075" y="58252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9" name="Line 480">
                  <a:extLst>
                    <a:ext uri="{FF2B5EF4-FFF2-40B4-BE49-F238E27FC236}">
                      <a16:creationId xmlns:a16="http://schemas.microsoft.com/office/drawing/2014/main" id="{B2EA4F1F-F737-6A37-B483-1DCE252524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1075" y="589189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30" name="Line 481">
                  <a:extLst>
                    <a:ext uri="{FF2B5EF4-FFF2-40B4-BE49-F238E27FC236}">
                      <a16:creationId xmlns:a16="http://schemas.microsoft.com/office/drawing/2014/main" id="{72033B37-9B93-F243-D967-3568B30053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1075" y="59601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31" name="Line 482">
                  <a:extLst>
                    <a:ext uri="{FF2B5EF4-FFF2-40B4-BE49-F238E27FC236}">
                      <a16:creationId xmlns:a16="http://schemas.microsoft.com/office/drawing/2014/main" id="{D07622D8-6416-DF6D-DD4E-1C261E55D9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143628" y="6071278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32" name="Line 483">
                  <a:extLst>
                    <a:ext uri="{FF2B5EF4-FFF2-40B4-BE49-F238E27FC236}">
                      <a16:creationId xmlns:a16="http://schemas.microsoft.com/office/drawing/2014/main" id="{1F992E17-C813-0547-7035-F5A1577F21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24435" y="5555213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4096A8E6-4671-3AB8-3C78-9D0FC1FD9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90984" y="6143506"/>
                  <a:ext cx="968" cy="461569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D1F14CEA-8CB4-D16F-7459-8C96543F1B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090984" y="5240604"/>
                  <a:ext cx="2587" cy="359725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68AABD1-73D0-3766-0B3B-0DC75FB54629}"/>
                  </a:ext>
                </a:extLst>
              </p:cNvPr>
              <p:cNvGrpSpPr/>
              <p:nvPr/>
            </p:nvGrpSpPr>
            <p:grpSpPr>
              <a:xfrm>
                <a:off x="9446015" y="2359407"/>
                <a:ext cx="242888" cy="1364471"/>
                <a:chOff x="5974557" y="5240604"/>
                <a:chExt cx="242888" cy="1364471"/>
              </a:xfrm>
            </p:grpSpPr>
            <p:sp>
              <p:nvSpPr>
                <p:cNvPr id="213" name="Line 475">
                  <a:extLst>
                    <a:ext uri="{FF2B5EF4-FFF2-40B4-BE49-F238E27FC236}">
                      <a16:creationId xmlns:a16="http://schemas.microsoft.com/office/drawing/2014/main" id="{3CF39214-C3B7-C2C4-9583-5465C9E6DD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2663" y="55489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14" name="Line 476">
                  <a:extLst>
                    <a:ext uri="{FF2B5EF4-FFF2-40B4-BE49-F238E27FC236}">
                      <a16:creationId xmlns:a16="http://schemas.microsoft.com/office/drawing/2014/main" id="{53C6B461-8789-273C-B3E5-FFB4DDC576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2663" y="561566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15" name="Line 477">
                  <a:extLst>
                    <a:ext uri="{FF2B5EF4-FFF2-40B4-BE49-F238E27FC236}">
                      <a16:creationId xmlns:a16="http://schemas.microsoft.com/office/drawing/2014/main" id="{57746309-FDC6-3FB9-0C4F-8DE465913A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2663" y="568392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16" name="Line 478">
                  <a:extLst>
                    <a:ext uri="{FF2B5EF4-FFF2-40B4-BE49-F238E27FC236}">
                      <a16:creationId xmlns:a16="http://schemas.microsoft.com/office/drawing/2014/main" id="{24565C76-15FC-FBED-ADAF-6E7A47129E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2663" y="575536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17" name="Line 479">
                  <a:extLst>
                    <a:ext uri="{FF2B5EF4-FFF2-40B4-BE49-F238E27FC236}">
                      <a16:creationId xmlns:a16="http://schemas.microsoft.com/office/drawing/2014/main" id="{EDFD8E47-F22F-A3A0-8717-EC8799E6DB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1075" y="58252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18" name="Line 480">
                  <a:extLst>
                    <a:ext uri="{FF2B5EF4-FFF2-40B4-BE49-F238E27FC236}">
                      <a16:creationId xmlns:a16="http://schemas.microsoft.com/office/drawing/2014/main" id="{8892415B-BC8D-2A88-7221-D9AF907CE5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1075" y="589189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19" name="Line 481">
                  <a:extLst>
                    <a:ext uri="{FF2B5EF4-FFF2-40B4-BE49-F238E27FC236}">
                      <a16:creationId xmlns:a16="http://schemas.microsoft.com/office/drawing/2014/main" id="{2CB73C3D-CFDA-1D3D-0F55-C9C280AC4F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1075" y="59601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0" name="Line 482">
                  <a:extLst>
                    <a:ext uri="{FF2B5EF4-FFF2-40B4-BE49-F238E27FC236}">
                      <a16:creationId xmlns:a16="http://schemas.microsoft.com/office/drawing/2014/main" id="{5AF93DE6-7E02-7C4C-2C8F-D84EF30FDA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143628" y="6071278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21" name="Line 483">
                  <a:extLst>
                    <a:ext uri="{FF2B5EF4-FFF2-40B4-BE49-F238E27FC236}">
                      <a16:creationId xmlns:a16="http://schemas.microsoft.com/office/drawing/2014/main" id="{6DAE4745-D9DB-3332-0519-80DF65B505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24435" y="5555213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222" name="Straight Connector 221">
                  <a:extLst>
                    <a:ext uri="{FF2B5EF4-FFF2-40B4-BE49-F238E27FC236}">
                      <a16:creationId xmlns:a16="http://schemas.microsoft.com/office/drawing/2014/main" id="{FD958390-4B7A-77B9-5C0E-C87BE19D16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90984" y="6143506"/>
                  <a:ext cx="968" cy="461569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>
                  <a:extLst>
                    <a:ext uri="{FF2B5EF4-FFF2-40B4-BE49-F238E27FC236}">
                      <a16:creationId xmlns:a16="http://schemas.microsoft.com/office/drawing/2014/main" id="{91270D8E-07C9-2B6A-4AC3-FD1F88F5FC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090984" y="5240604"/>
                  <a:ext cx="2587" cy="359725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31531CF-AB3B-3A5F-3E2A-D288A6878328}"/>
                  </a:ext>
                </a:extLst>
              </p:cNvPr>
              <p:cNvGrpSpPr/>
              <p:nvPr/>
            </p:nvGrpSpPr>
            <p:grpSpPr>
              <a:xfrm>
                <a:off x="9440998" y="3601579"/>
                <a:ext cx="242888" cy="1364471"/>
                <a:chOff x="5974557" y="5240604"/>
                <a:chExt cx="242888" cy="1364471"/>
              </a:xfrm>
            </p:grpSpPr>
            <p:sp>
              <p:nvSpPr>
                <p:cNvPr id="202" name="Line 475">
                  <a:extLst>
                    <a:ext uri="{FF2B5EF4-FFF2-40B4-BE49-F238E27FC236}">
                      <a16:creationId xmlns:a16="http://schemas.microsoft.com/office/drawing/2014/main" id="{31ED1228-AA1D-0A80-2ACE-30B61E3D2A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2663" y="55489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03" name="Line 476">
                  <a:extLst>
                    <a:ext uri="{FF2B5EF4-FFF2-40B4-BE49-F238E27FC236}">
                      <a16:creationId xmlns:a16="http://schemas.microsoft.com/office/drawing/2014/main" id="{3376E746-E59E-095C-5EA4-1F29AFA853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2663" y="561566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04" name="Line 477">
                  <a:extLst>
                    <a:ext uri="{FF2B5EF4-FFF2-40B4-BE49-F238E27FC236}">
                      <a16:creationId xmlns:a16="http://schemas.microsoft.com/office/drawing/2014/main" id="{AF67F169-BB0F-C45C-0DEB-3B15501F32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2663" y="568392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05" name="Line 478">
                  <a:extLst>
                    <a:ext uri="{FF2B5EF4-FFF2-40B4-BE49-F238E27FC236}">
                      <a16:creationId xmlns:a16="http://schemas.microsoft.com/office/drawing/2014/main" id="{4C988D47-0208-8D34-9789-FF3C9FE7EF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2663" y="575536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06" name="Line 479">
                  <a:extLst>
                    <a:ext uri="{FF2B5EF4-FFF2-40B4-BE49-F238E27FC236}">
                      <a16:creationId xmlns:a16="http://schemas.microsoft.com/office/drawing/2014/main" id="{CF1A9AB8-DB36-EB15-88B3-5B1E61A5EA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1075" y="58252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07" name="Line 480">
                  <a:extLst>
                    <a:ext uri="{FF2B5EF4-FFF2-40B4-BE49-F238E27FC236}">
                      <a16:creationId xmlns:a16="http://schemas.microsoft.com/office/drawing/2014/main" id="{91B089BF-F474-DD19-87BF-C5B9A4F5AE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1075" y="589189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08" name="Line 481">
                  <a:extLst>
                    <a:ext uri="{FF2B5EF4-FFF2-40B4-BE49-F238E27FC236}">
                      <a16:creationId xmlns:a16="http://schemas.microsoft.com/office/drawing/2014/main" id="{8C5B8E44-D003-2DC3-369E-E837FB5FB3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1075" y="59601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09" name="Line 482">
                  <a:extLst>
                    <a:ext uri="{FF2B5EF4-FFF2-40B4-BE49-F238E27FC236}">
                      <a16:creationId xmlns:a16="http://schemas.microsoft.com/office/drawing/2014/main" id="{8ECCE611-88C4-834E-C306-34C6F13E23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143628" y="6071278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210" name="Line 483">
                  <a:extLst>
                    <a:ext uri="{FF2B5EF4-FFF2-40B4-BE49-F238E27FC236}">
                      <a16:creationId xmlns:a16="http://schemas.microsoft.com/office/drawing/2014/main" id="{08DA9E91-110F-90A5-AE7D-D8AD44FBBC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24435" y="5555213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5F789F06-33F5-0972-BE55-FB084D5DEC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90984" y="6143506"/>
                  <a:ext cx="968" cy="461569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8FE269F0-8027-C3B0-DE0C-C103880B78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090984" y="5240604"/>
                  <a:ext cx="2587" cy="359725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E28AA79-2B3D-68D6-BDA2-3561C6C7DD7B}"/>
                  </a:ext>
                </a:extLst>
              </p:cNvPr>
              <p:cNvGrpSpPr/>
              <p:nvPr/>
            </p:nvGrpSpPr>
            <p:grpSpPr>
              <a:xfrm>
                <a:off x="3576791" y="2378260"/>
                <a:ext cx="242888" cy="1364471"/>
                <a:chOff x="5974557" y="5240604"/>
                <a:chExt cx="242888" cy="1364471"/>
              </a:xfrm>
            </p:grpSpPr>
            <p:sp>
              <p:nvSpPr>
                <p:cNvPr id="191" name="Line 475">
                  <a:extLst>
                    <a:ext uri="{FF2B5EF4-FFF2-40B4-BE49-F238E27FC236}">
                      <a16:creationId xmlns:a16="http://schemas.microsoft.com/office/drawing/2014/main" id="{96CCAA69-A2F2-4414-6508-95EAE15402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2663" y="55489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92" name="Line 476">
                  <a:extLst>
                    <a:ext uri="{FF2B5EF4-FFF2-40B4-BE49-F238E27FC236}">
                      <a16:creationId xmlns:a16="http://schemas.microsoft.com/office/drawing/2014/main" id="{E5FF9403-68DC-8175-6584-AE2D72D7A5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2663" y="561566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93" name="Line 477">
                  <a:extLst>
                    <a:ext uri="{FF2B5EF4-FFF2-40B4-BE49-F238E27FC236}">
                      <a16:creationId xmlns:a16="http://schemas.microsoft.com/office/drawing/2014/main" id="{5558D036-D9F1-CA64-E4DC-1564BA6071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2663" y="568392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94" name="Line 478">
                  <a:extLst>
                    <a:ext uri="{FF2B5EF4-FFF2-40B4-BE49-F238E27FC236}">
                      <a16:creationId xmlns:a16="http://schemas.microsoft.com/office/drawing/2014/main" id="{FD35FABD-E002-E6C5-5932-3C75C2F0AE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2663" y="575536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95" name="Line 479">
                  <a:extLst>
                    <a:ext uri="{FF2B5EF4-FFF2-40B4-BE49-F238E27FC236}">
                      <a16:creationId xmlns:a16="http://schemas.microsoft.com/office/drawing/2014/main" id="{9FEE5B6B-F229-9DC4-4EF0-BEF8D65954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1075" y="58252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96" name="Line 480">
                  <a:extLst>
                    <a:ext uri="{FF2B5EF4-FFF2-40B4-BE49-F238E27FC236}">
                      <a16:creationId xmlns:a16="http://schemas.microsoft.com/office/drawing/2014/main" id="{32C37497-0A74-7A8E-6F38-0402E4AE28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1075" y="589189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97" name="Line 481">
                  <a:extLst>
                    <a:ext uri="{FF2B5EF4-FFF2-40B4-BE49-F238E27FC236}">
                      <a16:creationId xmlns:a16="http://schemas.microsoft.com/office/drawing/2014/main" id="{E16B35CD-8357-BC39-D7B6-EFB37E2DB0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1075" y="59601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98" name="Line 482">
                  <a:extLst>
                    <a:ext uri="{FF2B5EF4-FFF2-40B4-BE49-F238E27FC236}">
                      <a16:creationId xmlns:a16="http://schemas.microsoft.com/office/drawing/2014/main" id="{98785193-C156-1A8D-74B6-84F2D728B9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143628" y="6071278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99" name="Line 483">
                  <a:extLst>
                    <a:ext uri="{FF2B5EF4-FFF2-40B4-BE49-F238E27FC236}">
                      <a16:creationId xmlns:a16="http://schemas.microsoft.com/office/drawing/2014/main" id="{52FEAA50-2BFB-54AA-3E36-57980F1FCC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24435" y="5555213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E774F767-7827-FB0B-4038-FE57404690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90984" y="6143506"/>
                  <a:ext cx="968" cy="461569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14D9109B-948D-9F75-D6B1-F5E4EAB67B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090984" y="5240604"/>
                  <a:ext cx="2587" cy="359725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1D8E57B-ABB4-C502-0104-8D94FB946B4E}"/>
                  </a:ext>
                </a:extLst>
              </p:cNvPr>
              <p:cNvGrpSpPr/>
              <p:nvPr/>
            </p:nvGrpSpPr>
            <p:grpSpPr>
              <a:xfrm>
                <a:off x="3575205" y="3626162"/>
                <a:ext cx="242888" cy="1364471"/>
                <a:chOff x="5974557" y="5240604"/>
                <a:chExt cx="242888" cy="1364471"/>
              </a:xfrm>
            </p:grpSpPr>
            <p:sp>
              <p:nvSpPr>
                <p:cNvPr id="180" name="Line 475">
                  <a:extLst>
                    <a:ext uri="{FF2B5EF4-FFF2-40B4-BE49-F238E27FC236}">
                      <a16:creationId xmlns:a16="http://schemas.microsoft.com/office/drawing/2014/main" id="{FAAE3DF1-BEF9-B373-5C8D-5A0DD8833B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2663" y="5548991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81" name="Line 476">
                  <a:extLst>
                    <a:ext uri="{FF2B5EF4-FFF2-40B4-BE49-F238E27FC236}">
                      <a16:creationId xmlns:a16="http://schemas.microsoft.com/office/drawing/2014/main" id="{203222DD-3339-34E1-A42C-8E6AA6FA9B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2663" y="5615666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82" name="Line 477">
                  <a:extLst>
                    <a:ext uri="{FF2B5EF4-FFF2-40B4-BE49-F238E27FC236}">
                      <a16:creationId xmlns:a16="http://schemas.microsoft.com/office/drawing/2014/main" id="{B05ECA01-0BB4-3B46-3AC9-660DB8CA8D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2663" y="5683929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83" name="Line 478">
                  <a:extLst>
                    <a:ext uri="{FF2B5EF4-FFF2-40B4-BE49-F238E27FC236}">
                      <a16:creationId xmlns:a16="http://schemas.microsoft.com/office/drawing/2014/main" id="{979E4959-07A7-D813-3F0A-3D95CDDBC3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2663" y="575536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84" name="Line 479">
                  <a:extLst>
                    <a:ext uri="{FF2B5EF4-FFF2-40B4-BE49-F238E27FC236}">
                      <a16:creationId xmlns:a16="http://schemas.microsoft.com/office/drawing/2014/main" id="{03AEC127-7428-E18A-1650-EC12E45956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1075" y="5825217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85" name="Line 480">
                  <a:extLst>
                    <a:ext uri="{FF2B5EF4-FFF2-40B4-BE49-F238E27FC236}">
                      <a16:creationId xmlns:a16="http://schemas.microsoft.com/office/drawing/2014/main" id="{9DB47724-CE9B-789D-E5F2-76DB3D7B6E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61075" y="5891892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86" name="Line 481">
                  <a:extLst>
                    <a:ext uri="{FF2B5EF4-FFF2-40B4-BE49-F238E27FC236}">
                      <a16:creationId xmlns:a16="http://schemas.microsoft.com/office/drawing/2014/main" id="{13E8FCC3-A145-B8B2-1CE5-2104C44A6E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V="1">
                  <a:off x="6061075" y="5960154"/>
                  <a:ext cx="68263" cy="24130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87" name="Line 482">
                  <a:extLst>
                    <a:ext uri="{FF2B5EF4-FFF2-40B4-BE49-F238E27FC236}">
                      <a16:creationId xmlns:a16="http://schemas.microsoft.com/office/drawing/2014/main" id="{82064335-F3B1-5D01-9009-FC097AF0BD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143628" y="6071278"/>
                  <a:ext cx="25394" cy="119060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sp>
              <p:nvSpPr>
                <p:cNvPr id="188" name="Line 483">
                  <a:extLst>
                    <a:ext uri="{FF2B5EF4-FFF2-40B4-BE49-F238E27FC236}">
                      <a16:creationId xmlns:a16="http://schemas.microsoft.com/office/drawing/2014/main" id="{D8F44E88-8648-D6CE-037D-D45315611D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 flipH="1" flipV="1">
                  <a:off x="6024435" y="5555213"/>
                  <a:ext cx="30418" cy="127001"/>
                </a:xfrm>
                <a:prstGeom prst="line">
                  <a:avLst/>
                </a:pr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IT"/>
                </a:p>
              </p:txBody>
            </p: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BB07537A-10FB-0334-E084-AB5A8A9F3F25}"/>
                    </a:ext>
                  </a:extLst>
                </p:cNvPr>
                <p:cNvCxnSpPr>
                  <a:cxnSpLocks/>
                  <a:stCxn id="29" idx="4"/>
                </p:cNvCxnSpPr>
                <p:nvPr/>
              </p:nvCxnSpPr>
              <p:spPr>
                <a:xfrm flipV="1">
                  <a:off x="6090984" y="6143506"/>
                  <a:ext cx="968" cy="461569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  <a:headEnd type="none" w="lg" len="lg"/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6B6186C5-FAFB-3826-E9EE-991990AEB105}"/>
                    </a:ext>
                  </a:extLst>
                </p:cNvPr>
                <p:cNvCxnSpPr>
                  <a:cxnSpLocks/>
                  <a:endCxn id="82" idx="0"/>
                </p:cNvCxnSpPr>
                <p:nvPr/>
              </p:nvCxnSpPr>
              <p:spPr>
                <a:xfrm flipH="1" flipV="1">
                  <a:off x="6090984" y="5240604"/>
                  <a:ext cx="2587" cy="359725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278A4E3-23B0-5EC5-1D2B-6721B9C60AAE}"/>
                  </a:ext>
                </a:extLst>
              </p:cNvPr>
              <p:cNvGrpSpPr/>
              <p:nvPr/>
            </p:nvGrpSpPr>
            <p:grpSpPr>
              <a:xfrm>
                <a:off x="3326638" y="1998390"/>
                <a:ext cx="6279587" cy="561263"/>
                <a:chOff x="3326638" y="1998390"/>
                <a:chExt cx="6279587" cy="561263"/>
              </a:xfrm>
            </p:grpSpPr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C08E5C6B-B42C-163B-78FB-1AC9ADE4482C}"/>
                    </a:ext>
                  </a:extLst>
                </p:cNvPr>
                <p:cNvGrpSpPr/>
                <p:nvPr/>
              </p:nvGrpSpPr>
              <p:grpSpPr>
                <a:xfrm>
                  <a:off x="3644462" y="2253529"/>
                  <a:ext cx="5961763" cy="306124"/>
                  <a:chOff x="5447130" y="2491991"/>
                  <a:chExt cx="5961763" cy="306124"/>
                </a:xfrm>
              </p:grpSpPr>
              <p:grpSp>
                <p:nvGrpSpPr>
                  <p:cNvPr id="131" name="Group 130">
                    <a:extLst>
                      <a:ext uri="{FF2B5EF4-FFF2-40B4-BE49-F238E27FC236}">
                        <a16:creationId xmlns:a16="http://schemas.microsoft.com/office/drawing/2014/main" id="{9839EE2B-DB92-930A-BA00-3A2B18F8C603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7452737" y="1831479"/>
                    <a:ext cx="298977" cy="1620001"/>
                    <a:chOff x="7453879" y="3360701"/>
                    <a:chExt cx="298977" cy="1620001"/>
                  </a:xfrm>
                </p:grpSpPr>
                <p:grpSp>
                  <p:nvGrpSpPr>
                    <p:cNvPr id="170" name="Group 169">
                      <a:extLst>
                        <a:ext uri="{FF2B5EF4-FFF2-40B4-BE49-F238E27FC236}">
                          <a16:creationId xmlns:a16="http://schemas.microsoft.com/office/drawing/2014/main" id="{8FE9FD48-4D28-458F-E6C9-DC433354CAAA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 rot="16200000">
                      <a:off x="7333368" y="4021213"/>
                      <a:ext cx="540000" cy="298977"/>
                      <a:chOff x="2887363" y="5330087"/>
                      <a:chExt cx="1799966" cy="996572"/>
                    </a:xfrm>
                  </p:grpSpPr>
                  <p:sp>
                    <p:nvSpPr>
                      <p:cNvPr id="173" name="Arc 172">
                        <a:extLst>
                          <a:ext uri="{FF2B5EF4-FFF2-40B4-BE49-F238E27FC236}">
                            <a16:creationId xmlns:a16="http://schemas.microsoft.com/office/drawing/2014/main" id="{276652A4-8E44-0575-437C-F3B4FED25A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70422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74" name="Arc 173">
                        <a:extLst>
                          <a:ext uri="{FF2B5EF4-FFF2-40B4-BE49-F238E27FC236}">
                            <a16:creationId xmlns:a16="http://schemas.microsoft.com/office/drawing/2014/main" id="{8C45EF72-A4D6-6F09-ACB1-9FA4BD4661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53481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75" name="Arc 174">
                        <a:extLst>
                          <a:ext uri="{FF2B5EF4-FFF2-40B4-BE49-F238E27FC236}">
                            <a16:creationId xmlns:a16="http://schemas.microsoft.com/office/drawing/2014/main" id="{F6181732-122A-EBBC-9D9C-EE74CA0F41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36540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21038836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76" name="Arc 175">
                        <a:extLst>
                          <a:ext uri="{FF2B5EF4-FFF2-40B4-BE49-F238E27FC236}">
                            <a16:creationId xmlns:a16="http://schemas.microsoft.com/office/drawing/2014/main" id="{4F91C1A5-2088-1BF1-94A8-EFFB05F8E4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87363" y="5330087"/>
                        <a:ext cx="650789" cy="996572"/>
                      </a:xfrm>
                      <a:prstGeom prst="arc">
                        <a:avLst>
                          <a:gd name="adj1" fmla="val 11355569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77" name="Arc 176">
                        <a:extLst>
                          <a:ext uri="{FF2B5EF4-FFF2-40B4-BE49-F238E27FC236}">
                            <a16:creationId xmlns:a16="http://schemas.microsoft.com/office/drawing/2014/main" id="{42A06AEA-4199-FDA2-2FA4-65BEE55711C7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3653481" y="5454662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78" name="Arc 177">
                        <a:extLst>
                          <a:ext uri="{FF2B5EF4-FFF2-40B4-BE49-F238E27FC236}">
                            <a16:creationId xmlns:a16="http://schemas.microsoft.com/office/drawing/2014/main" id="{5C487EA5-CD3A-270C-1574-A234E0B67BCD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036130" y="5454662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79" name="Arc 178">
                        <a:extLst>
                          <a:ext uri="{FF2B5EF4-FFF2-40B4-BE49-F238E27FC236}">
                            <a16:creationId xmlns:a16="http://schemas.microsoft.com/office/drawing/2014/main" id="{E9CD4709-564A-9994-480C-393FD41C3117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3270011" y="5454663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</p:grpSp>
                <p:cxnSp>
                  <p:nvCxnSpPr>
                    <p:cNvPr id="171" name="Straight Connector 170">
                      <a:extLst>
                        <a:ext uri="{FF2B5EF4-FFF2-40B4-BE49-F238E27FC236}">
                          <a16:creationId xmlns:a16="http://schemas.microsoft.com/office/drawing/2014/main" id="{2E24D98F-DA79-FF79-12DA-134E7A79CA8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99383" y="4440702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2" name="Straight Connector 171">
                      <a:extLst>
                        <a:ext uri="{FF2B5EF4-FFF2-40B4-BE49-F238E27FC236}">
                          <a16:creationId xmlns:a16="http://schemas.microsoft.com/office/drawing/2014/main" id="{4F9E8FD9-B2EA-C725-E308-F293572559E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89917" y="3360701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2" name="Group 131">
                    <a:extLst>
                      <a:ext uri="{FF2B5EF4-FFF2-40B4-BE49-F238E27FC236}">
                        <a16:creationId xmlns:a16="http://schemas.microsoft.com/office/drawing/2014/main" id="{E347CBC9-9206-3AE8-8C0D-D8A1FA0CF3AD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6157459" y="1813825"/>
                    <a:ext cx="242888" cy="1620001"/>
                    <a:chOff x="7860988" y="3360701"/>
                    <a:chExt cx="242888" cy="1620001"/>
                  </a:xfrm>
                </p:grpSpPr>
                <p:sp>
                  <p:nvSpPr>
                    <p:cNvPr id="159" name="Line 475">
                      <a:extLst>
                        <a:ext uri="{FF2B5EF4-FFF2-40B4-BE49-F238E27FC236}">
                          <a16:creationId xmlns:a16="http://schemas.microsoft.com/office/drawing/2014/main" id="{553A0CB2-BC1F-16F5-3B17-F8E3FEFE548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7506" y="4253917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60" name="Line 476">
                      <a:extLst>
                        <a:ext uri="{FF2B5EF4-FFF2-40B4-BE49-F238E27FC236}">
                          <a16:creationId xmlns:a16="http://schemas.microsoft.com/office/drawing/2014/main" id="{FD890BDB-D6A1-35E2-B2F4-D039D51F638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7506" y="4187242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61" name="Line 477">
                      <a:extLst>
                        <a:ext uri="{FF2B5EF4-FFF2-40B4-BE49-F238E27FC236}">
                          <a16:creationId xmlns:a16="http://schemas.microsoft.com/office/drawing/2014/main" id="{B9002869-8CB1-F2B4-0585-5ECD322E0A8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7506" y="4118979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62" name="Line 478">
                      <a:extLst>
                        <a:ext uri="{FF2B5EF4-FFF2-40B4-BE49-F238E27FC236}">
                          <a16:creationId xmlns:a16="http://schemas.microsoft.com/office/drawing/2014/main" id="{21989E81-CA4B-2028-F0A3-340CA979A32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7506" y="4047541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63" name="Line 479">
                      <a:extLst>
                        <a:ext uri="{FF2B5EF4-FFF2-40B4-BE49-F238E27FC236}">
                          <a16:creationId xmlns:a16="http://schemas.microsoft.com/office/drawing/2014/main" id="{1C617976-2CF3-E8FA-5272-457DB667529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9094" y="3977691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64" name="Line 480">
                      <a:extLst>
                        <a:ext uri="{FF2B5EF4-FFF2-40B4-BE49-F238E27FC236}">
                          <a16:creationId xmlns:a16="http://schemas.microsoft.com/office/drawing/2014/main" id="{9F680F8B-4095-DF32-888E-C1CC4605497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9094" y="3911016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65" name="Line 481">
                      <a:extLst>
                        <a:ext uri="{FF2B5EF4-FFF2-40B4-BE49-F238E27FC236}">
                          <a16:creationId xmlns:a16="http://schemas.microsoft.com/office/drawing/2014/main" id="{00F0EAE0-8488-8A8D-CCC5-3646C39FD36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9094" y="3842754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66" name="Line 482">
                      <a:extLst>
                        <a:ext uri="{FF2B5EF4-FFF2-40B4-BE49-F238E27FC236}">
                          <a16:creationId xmlns:a16="http://schemas.microsoft.com/office/drawing/2014/main" id="{D492FC70-D7C1-AD14-244A-425A056C616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09410" y="3853870"/>
                      <a:ext cx="25394" cy="11906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67" name="Line 483">
                      <a:extLst>
                        <a:ext uri="{FF2B5EF4-FFF2-40B4-BE49-F238E27FC236}">
                          <a16:creationId xmlns:a16="http://schemas.microsoft.com/office/drawing/2014/main" id="{3B14BE5D-0098-A7B6-B935-D2C4EDCECBA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8023579" y="4361994"/>
                      <a:ext cx="30418" cy="127001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cxnSp>
                  <p:nvCxnSpPr>
                    <p:cNvPr id="168" name="Straight Connector 167">
                      <a:extLst>
                        <a:ext uri="{FF2B5EF4-FFF2-40B4-BE49-F238E27FC236}">
                          <a16:creationId xmlns:a16="http://schemas.microsoft.com/office/drawing/2014/main" id="{3E0885B5-E801-7947-2E55-FBCF140004E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92829" y="3360701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  <a:headEnd type="triangle" w="lg" len="lg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9" name="Straight Connector 168">
                      <a:extLst>
                        <a:ext uri="{FF2B5EF4-FFF2-40B4-BE49-F238E27FC236}">
                          <a16:creationId xmlns:a16="http://schemas.microsoft.com/office/drawing/2014/main" id="{3D85E85F-D8EB-821D-E960-3CA953666CB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81637" y="4440702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3" name="Group 132">
                    <a:extLst>
                      <a:ext uri="{FF2B5EF4-FFF2-40B4-BE49-F238E27FC236}">
                        <a16:creationId xmlns:a16="http://schemas.microsoft.com/office/drawing/2014/main" id="{FEFBE5C3-A2CD-F5E7-BCFF-2160571C7BE6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10406838" y="1838626"/>
                    <a:ext cx="298977" cy="1620001"/>
                    <a:chOff x="7453879" y="3360701"/>
                    <a:chExt cx="298977" cy="1620001"/>
                  </a:xfrm>
                </p:grpSpPr>
                <p:grpSp>
                  <p:nvGrpSpPr>
                    <p:cNvPr id="149" name="Group 148">
                      <a:extLst>
                        <a:ext uri="{FF2B5EF4-FFF2-40B4-BE49-F238E27FC236}">
                          <a16:creationId xmlns:a16="http://schemas.microsoft.com/office/drawing/2014/main" id="{B327B558-1F45-3A0D-DC3E-EB0B51FD0FEE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 rot="16200000">
                      <a:off x="7333368" y="4021213"/>
                      <a:ext cx="540000" cy="298977"/>
                      <a:chOff x="2887363" y="5330087"/>
                      <a:chExt cx="1799966" cy="996572"/>
                    </a:xfrm>
                  </p:grpSpPr>
                  <p:sp>
                    <p:nvSpPr>
                      <p:cNvPr id="152" name="Arc 151">
                        <a:extLst>
                          <a:ext uri="{FF2B5EF4-FFF2-40B4-BE49-F238E27FC236}">
                            <a16:creationId xmlns:a16="http://schemas.microsoft.com/office/drawing/2014/main" id="{783C396A-3AC9-3208-D698-67327D9238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70422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53" name="Arc 152">
                        <a:extLst>
                          <a:ext uri="{FF2B5EF4-FFF2-40B4-BE49-F238E27FC236}">
                            <a16:creationId xmlns:a16="http://schemas.microsoft.com/office/drawing/2014/main" id="{121D4C62-EF57-DDA8-EAB9-EA7FC0BA64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53481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54" name="Arc 153">
                        <a:extLst>
                          <a:ext uri="{FF2B5EF4-FFF2-40B4-BE49-F238E27FC236}">
                            <a16:creationId xmlns:a16="http://schemas.microsoft.com/office/drawing/2014/main" id="{1FFF03D7-E876-5771-4D8C-2411FD9C7A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36540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21038836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55" name="Arc 154">
                        <a:extLst>
                          <a:ext uri="{FF2B5EF4-FFF2-40B4-BE49-F238E27FC236}">
                            <a16:creationId xmlns:a16="http://schemas.microsoft.com/office/drawing/2014/main" id="{AF8FBDD2-03F3-37AA-86C2-2FFE8A3B17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87363" y="5330087"/>
                        <a:ext cx="650789" cy="996572"/>
                      </a:xfrm>
                      <a:prstGeom prst="arc">
                        <a:avLst>
                          <a:gd name="adj1" fmla="val 11355569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56" name="Arc 155">
                        <a:extLst>
                          <a:ext uri="{FF2B5EF4-FFF2-40B4-BE49-F238E27FC236}">
                            <a16:creationId xmlns:a16="http://schemas.microsoft.com/office/drawing/2014/main" id="{4115B0CE-8E04-95EB-8583-2187F05105A0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3653481" y="5454662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57" name="Arc 156">
                        <a:extLst>
                          <a:ext uri="{FF2B5EF4-FFF2-40B4-BE49-F238E27FC236}">
                            <a16:creationId xmlns:a16="http://schemas.microsoft.com/office/drawing/2014/main" id="{850191AA-DE33-18AD-DF80-D629FDD6ABCD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036130" y="5454662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58" name="Arc 157">
                        <a:extLst>
                          <a:ext uri="{FF2B5EF4-FFF2-40B4-BE49-F238E27FC236}">
                            <a16:creationId xmlns:a16="http://schemas.microsoft.com/office/drawing/2014/main" id="{8267F751-B59A-3AA1-228D-6203D9993F43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3270011" y="5454663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</p:grpSp>
                <p:cxnSp>
                  <p:nvCxnSpPr>
                    <p:cNvPr id="150" name="Straight Connector 149">
                      <a:extLst>
                        <a:ext uri="{FF2B5EF4-FFF2-40B4-BE49-F238E27FC236}">
                          <a16:creationId xmlns:a16="http://schemas.microsoft.com/office/drawing/2014/main" id="{2625726A-33EE-F52C-A2D2-5BFEBE0E7D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99383" y="4440702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" name="Straight Connector 150">
                      <a:extLst>
                        <a:ext uri="{FF2B5EF4-FFF2-40B4-BE49-F238E27FC236}">
                          <a16:creationId xmlns:a16="http://schemas.microsoft.com/office/drawing/2014/main" id="{A84DDA88-6379-24D7-9B95-AF4D9EDFDAC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89917" y="3360701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4" name="Group 133">
                    <a:extLst>
                      <a:ext uri="{FF2B5EF4-FFF2-40B4-BE49-F238E27FC236}">
                        <a16:creationId xmlns:a16="http://schemas.microsoft.com/office/drawing/2014/main" id="{BC654C1F-60E6-83DF-76B0-D27990170E68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111560" y="1820972"/>
                    <a:ext cx="242888" cy="1620001"/>
                    <a:chOff x="7860988" y="3360701"/>
                    <a:chExt cx="242888" cy="1620001"/>
                  </a:xfrm>
                </p:grpSpPr>
                <p:sp>
                  <p:nvSpPr>
                    <p:cNvPr id="138" name="Line 475">
                      <a:extLst>
                        <a:ext uri="{FF2B5EF4-FFF2-40B4-BE49-F238E27FC236}">
                          <a16:creationId xmlns:a16="http://schemas.microsoft.com/office/drawing/2014/main" id="{F74B2251-62AE-07E2-4CBE-10776D29FA3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7506" y="4253917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39" name="Line 476">
                      <a:extLst>
                        <a:ext uri="{FF2B5EF4-FFF2-40B4-BE49-F238E27FC236}">
                          <a16:creationId xmlns:a16="http://schemas.microsoft.com/office/drawing/2014/main" id="{8450CC86-6E05-DF8E-AB8E-4A6A9DB2DC1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7506" y="4187242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40" name="Line 477">
                      <a:extLst>
                        <a:ext uri="{FF2B5EF4-FFF2-40B4-BE49-F238E27FC236}">
                          <a16:creationId xmlns:a16="http://schemas.microsoft.com/office/drawing/2014/main" id="{3068949F-AE67-E3A2-4A40-FFEBEE3D5AC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7506" y="4118979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41" name="Line 478">
                      <a:extLst>
                        <a:ext uri="{FF2B5EF4-FFF2-40B4-BE49-F238E27FC236}">
                          <a16:creationId xmlns:a16="http://schemas.microsoft.com/office/drawing/2014/main" id="{419B9BBA-EA1A-D5FB-AE48-D094E7D88EB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7506" y="4047541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42" name="Line 479">
                      <a:extLst>
                        <a:ext uri="{FF2B5EF4-FFF2-40B4-BE49-F238E27FC236}">
                          <a16:creationId xmlns:a16="http://schemas.microsoft.com/office/drawing/2014/main" id="{D7395DC8-ABCC-C905-3DDC-E40043D85B4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9094" y="3977691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43" name="Line 480">
                      <a:extLst>
                        <a:ext uri="{FF2B5EF4-FFF2-40B4-BE49-F238E27FC236}">
                          <a16:creationId xmlns:a16="http://schemas.microsoft.com/office/drawing/2014/main" id="{9840A8D7-0741-107D-5B18-8AE6665AAEE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9094" y="3911016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44" name="Line 481">
                      <a:extLst>
                        <a:ext uri="{FF2B5EF4-FFF2-40B4-BE49-F238E27FC236}">
                          <a16:creationId xmlns:a16="http://schemas.microsoft.com/office/drawing/2014/main" id="{7B8EEAF7-6DDA-A00A-D739-760BA3E28A1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9094" y="3842754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45" name="Line 482">
                      <a:extLst>
                        <a:ext uri="{FF2B5EF4-FFF2-40B4-BE49-F238E27FC236}">
                          <a16:creationId xmlns:a16="http://schemas.microsoft.com/office/drawing/2014/main" id="{61B89430-52A5-EF16-1280-3A016732E5C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09410" y="3853870"/>
                      <a:ext cx="25394" cy="11906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46" name="Line 483">
                      <a:extLst>
                        <a:ext uri="{FF2B5EF4-FFF2-40B4-BE49-F238E27FC236}">
                          <a16:creationId xmlns:a16="http://schemas.microsoft.com/office/drawing/2014/main" id="{E543A00E-3AB7-4CD8-0D65-E79ABD5EC95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8023579" y="4361994"/>
                      <a:ext cx="30418" cy="127001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cxnSp>
                  <p:nvCxnSpPr>
                    <p:cNvPr id="147" name="Straight Connector 146">
                      <a:extLst>
                        <a:ext uri="{FF2B5EF4-FFF2-40B4-BE49-F238E27FC236}">
                          <a16:creationId xmlns:a16="http://schemas.microsoft.com/office/drawing/2014/main" id="{EFDFFB53-FCE2-DE7D-4F8F-E23D8315A2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92829" y="3360701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  <a:headEnd type="triangle" w="lg" len="lg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8" name="Straight Connector 147">
                      <a:extLst>
                        <a:ext uri="{FF2B5EF4-FFF2-40B4-BE49-F238E27FC236}">
                          <a16:creationId xmlns:a16="http://schemas.microsoft.com/office/drawing/2014/main" id="{E63C28EA-FF99-CD43-57A0-B0C98580770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81637" y="4440702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900076D1-3CE0-D97D-BDA2-6CF5D2A67A27}"/>
                      </a:ext>
                    </a:extLst>
                  </p:cNvPr>
                  <p:cNvSpPr/>
                  <p:nvPr/>
                </p:nvSpPr>
                <p:spPr>
                  <a:xfrm>
                    <a:off x="5447130" y="2575931"/>
                    <a:ext cx="94340" cy="94199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6" name="Oval 135">
                    <a:extLst>
                      <a:ext uri="{FF2B5EF4-FFF2-40B4-BE49-F238E27FC236}">
                        <a16:creationId xmlns:a16="http://schemas.microsoft.com/office/drawing/2014/main" id="{BA788E06-7930-C272-0EF0-67AB66AEF910}"/>
                      </a:ext>
                    </a:extLst>
                  </p:cNvPr>
                  <p:cNvSpPr/>
                  <p:nvPr/>
                </p:nvSpPr>
                <p:spPr>
                  <a:xfrm>
                    <a:off x="8380991" y="2575931"/>
                    <a:ext cx="94340" cy="94199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7" name="Oval 136">
                    <a:extLst>
                      <a:ext uri="{FF2B5EF4-FFF2-40B4-BE49-F238E27FC236}">
                        <a16:creationId xmlns:a16="http://schemas.microsoft.com/office/drawing/2014/main" id="{C178D5CC-47BA-35F8-CA72-FA78D12CA800}"/>
                      </a:ext>
                    </a:extLst>
                  </p:cNvPr>
                  <p:cNvSpPr/>
                  <p:nvPr/>
                </p:nvSpPr>
                <p:spPr>
                  <a:xfrm>
                    <a:off x="11314553" y="2578587"/>
                    <a:ext cx="94340" cy="94199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34C931F1-28E3-4AFE-6D11-98834712613D}"/>
                    </a:ext>
                  </a:extLst>
                </p:cNvPr>
                <p:cNvSpPr/>
                <p:nvPr/>
              </p:nvSpPr>
              <p:spPr>
                <a:xfrm>
                  <a:off x="3326638" y="1998390"/>
                  <a:ext cx="277702" cy="276726"/>
                </a:xfrm>
                <a:prstGeom prst="ellipse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C00000"/>
                      </a:solidFill>
                    </a:rPr>
                    <a:t>1</a:t>
                  </a:r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3227C308-43A9-AEDF-8436-8B5DC13EBB2D}"/>
                    </a:ext>
                  </a:extLst>
                </p:cNvPr>
                <p:cNvSpPr/>
                <p:nvPr/>
              </p:nvSpPr>
              <p:spPr>
                <a:xfrm>
                  <a:off x="6234719" y="2002964"/>
                  <a:ext cx="277702" cy="276726"/>
                </a:xfrm>
                <a:prstGeom prst="ellipse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C00000"/>
                      </a:solidFill>
                    </a:rPr>
                    <a:t>4</a:t>
                  </a:r>
                </a:p>
              </p:txBody>
            </p:sp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9755FE1C-E795-738F-DC5C-60CCEA5EB5B9}"/>
                    </a:ext>
                  </a:extLst>
                </p:cNvPr>
                <p:cNvSpPr/>
                <p:nvPr/>
              </p:nvSpPr>
              <p:spPr>
                <a:xfrm>
                  <a:off x="9212792" y="1998390"/>
                  <a:ext cx="277702" cy="276726"/>
                </a:xfrm>
                <a:prstGeom prst="ellipse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C00000"/>
                      </a:solidFill>
                    </a:rPr>
                    <a:t>7</a:t>
                  </a: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4C1C7E08-8092-33D4-B41E-0A084DC00441}"/>
                  </a:ext>
                </a:extLst>
              </p:cNvPr>
              <p:cNvGrpSpPr/>
              <p:nvPr/>
            </p:nvGrpSpPr>
            <p:grpSpPr>
              <a:xfrm>
                <a:off x="3326638" y="3265533"/>
                <a:ext cx="6279587" cy="582813"/>
                <a:chOff x="3326638" y="3435857"/>
                <a:chExt cx="6279587" cy="582813"/>
              </a:xfrm>
            </p:grpSpPr>
            <p:grpSp>
              <p:nvGrpSpPr>
                <p:cNvPr id="74" name="Group 73">
                  <a:extLst>
                    <a:ext uri="{FF2B5EF4-FFF2-40B4-BE49-F238E27FC236}">
                      <a16:creationId xmlns:a16="http://schemas.microsoft.com/office/drawing/2014/main" id="{19B288A4-5D43-0677-FDC7-6AE86695D8FF}"/>
                    </a:ext>
                  </a:extLst>
                </p:cNvPr>
                <p:cNvGrpSpPr/>
                <p:nvPr/>
              </p:nvGrpSpPr>
              <p:grpSpPr>
                <a:xfrm>
                  <a:off x="3644462" y="3712546"/>
                  <a:ext cx="5961763" cy="306124"/>
                  <a:chOff x="5447130" y="2491991"/>
                  <a:chExt cx="5961763" cy="306124"/>
                </a:xfrm>
              </p:grpSpPr>
              <p:grpSp>
                <p:nvGrpSpPr>
                  <p:cNvPr id="78" name="Group 77">
                    <a:extLst>
                      <a:ext uri="{FF2B5EF4-FFF2-40B4-BE49-F238E27FC236}">
                        <a16:creationId xmlns:a16="http://schemas.microsoft.com/office/drawing/2014/main" id="{63CC05C2-1855-3DC4-DAEE-4E7E66375FD7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7452737" y="1831479"/>
                    <a:ext cx="298977" cy="1620001"/>
                    <a:chOff x="7453879" y="3360701"/>
                    <a:chExt cx="298977" cy="1620001"/>
                  </a:xfrm>
                </p:grpSpPr>
                <p:grpSp>
                  <p:nvGrpSpPr>
                    <p:cNvPr id="117" name="Group 116">
                      <a:extLst>
                        <a:ext uri="{FF2B5EF4-FFF2-40B4-BE49-F238E27FC236}">
                          <a16:creationId xmlns:a16="http://schemas.microsoft.com/office/drawing/2014/main" id="{6F83E9F4-46A5-2B93-F011-259C7D0E621F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 rot="16200000">
                      <a:off x="7333368" y="4021213"/>
                      <a:ext cx="540000" cy="298977"/>
                      <a:chOff x="2887363" y="5330087"/>
                      <a:chExt cx="1799966" cy="996572"/>
                    </a:xfrm>
                  </p:grpSpPr>
                  <p:sp>
                    <p:nvSpPr>
                      <p:cNvPr id="120" name="Arc 119">
                        <a:extLst>
                          <a:ext uri="{FF2B5EF4-FFF2-40B4-BE49-F238E27FC236}">
                            <a16:creationId xmlns:a16="http://schemas.microsoft.com/office/drawing/2014/main" id="{BA555ED2-5464-791B-C0AE-54D6BE7CBE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70422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21" name="Arc 120">
                        <a:extLst>
                          <a:ext uri="{FF2B5EF4-FFF2-40B4-BE49-F238E27FC236}">
                            <a16:creationId xmlns:a16="http://schemas.microsoft.com/office/drawing/2014/main" id="{DC808DE8-8E21-6F66-5E20-05A2C8B860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53481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22" name="Arc 121">
                        <a:extLst>
                          <a:ext uri="{FF2B5EF4-FFF2-40B4-BE49-F238E27FC236}">
                            <a16:creationId xmlns:a16="http://schemas.microsoft.com/office/drawing/2014/main" id="{9183A61C-02BD-C89E-6646-88845A27AD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36540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21038836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23" name="Arc 122">
                        <a:extLst>
                          <a:ext uri="{FF2B5EF4-FFF2-40B4-BE49-F238E27FC236}">
                            <a16:creationId xmlns:a16="http://schemas.microsoft.com/office/drawing/2014/main" id="{239AC6CB-3552-2C86-957B-19B4F7A5A9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87363" y="5330087"/>
                        <a:ext cx="650789" cy="996572"/>
                      </a:xfrm>
                      <a:prstGeom prst="arc">
                        <a:avLst>
                          <a:gd name="adj1" fmla="val 11355569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24" name="Arc 123">
                        <a:extLst>
                          <a:ext uri="{FF2B5EF4-FFF2-40B4-BE49-F238E27FC236}">
                            <a16:creationId xmlns:a16="http://schemas.microsoft.com/office/drawing/2014/main" id="{37821041-BEB3-36C7-417B-C5B1434E5D92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3653481" y="5454662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25" name="Arc 124">
                        <a:extLst>
                          <a:ext uri="{FF2B5EF4-FFF2-40B4-BE49-F238E27FC236}">
                            <a16:creationId xmlns:a16="http://schemas.microsoft.com/office/drawing/2014/main" id="{3397E000-C456-1C9F-532A-C71160F672E9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036130" y="5454662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26" name="Arc 125">
                        <a:extLst>
                          <a:ext uri="{FF2B5EF4-FFF2-40B4-BE49-F238E27FC236}">
                            <a16:creationId xmlns:a16="http://schemas.microsoft.com/office/drawing/2014/main" id="{7423EAD4-03F8-DE9D-DDEC-1B7054821BBA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3270011" y="5454663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</p:grpSp>
                <p:cxnSp>
                  <p:nvCxnSpPr>
                    <p:cNvPr id="118" name="Straight Connector 117">
                      <a:extLst>
                        <a:ext uri="{FF2B5EF4-FFF2-40B4-BE49-F238E27FC236}">
                          <a16:creationId xmlns:a16="http://schemas.microsoft.com/office/drawing/2014/main" id="{C26A13E1-B49B-50E9-EA06-9A36796B65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99383" y="4440702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9" name="Straight Connector 118">
                      <a:extLst>
                        <a:ext uri="{FF2B5EF4-FFF2-40B4-BE49-F238E27FC236}">
                          <a16:creationId xmlns:a16="http://schemas.microsoft.com/office/drawing/2014/main" id="{6FEAECA5-0C46-ADAA-0BD6-A872C06088B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89917" y="3360701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9" name="Group 78">
                    <a:extLst>
                      <a:ext uri="{FF2B5EF4-FFF2-40B4-BE49-F238E27FC236}">
                        <a16:creationId xmlns:a16="http://schemas.microsoft.com/office/drawing/2014/main" id="{E2C8CC13-8DDE-090B-DB64-AA34E93EE452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6157459" y="1813825"/>
                    <a:ext cx="242888" cy="1620001"/>
                    <a:chOff x="7860988" y="3360701"/>
                    <a:chExt cx="242888" cy="1620001"/>
                  </a:xfrm>
                </p:grpSpPr>
                <p:sp>
                  <p:nvSpPr>
                    <p:cNvPr id="106" name="Line 475">
                      <a:extLst>
                        <a:ext uri="{FF2B5EF4-FFF2-40B4-BE49-F238E27FC236}">
                          <a16:creationId xmlns:a16="http://schemas.microsoft.com/office/drawing/2014/main" id="{822F2C40-0373-3B56-0410-E7789B28137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7506" y="4253917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07" name="Line 476">
                      <a:extLst>
                        <a:ext uri="{FF2B5EF4-FFF2-40B4-BE49-F238E27FC236}">
                          <a16:creationId xmlns:a16="http://schemas.microsoft.com/office/drawing/2014/main" id="{8B764ED5-DDB6-3BE9-BAD2-CB1C421D1ED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7506" y="4187242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08" name="Line 477">
                      <a:extLst>
                        <a:ext uri="{FF2B5EF4-FFF2-40B4-BE49-F238E27FC236}">
                          <a16:creationId xmlns:a16="http://schemas.microsoft.com/office/drawing/2014/main" id="{8465C2D4-5285-B083-D5B4-67BDDAC989B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7506" y="4118979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09" name="Line 478">
                      <a:extLst>
                        <a:ext uri="{FF2B5EF4-FFF2-40B4-BE49-F238E27FC236}">
                          <a16:creationId xmlns:a16="http://schemas.microsoft.com/office/drawing/2014/main" id="{DA8AB06A-2891-70F3-07AF-1C24A03755C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7506" y="4047541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10" name="Line 479">
                      <a:extLst>
                        <a:ext uri="{FF2B5EF4-FFF2-40B4-BE49-F238E27FC236}">
                          <a16:creationId xmlns:a16="http://schemas.microsoft.com/office/drawing/2014/main" id="{ED187A91-6CF5-AE4F-5D22-DC05C91BD6A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9094" y="3977691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11" name="Line 480">
                      <a:extLst>
                        <a:ext uri="{FF2B5EF4-FFF2-40B4-BE49-F238E27FC236}">
                          <a16:creationId xmlns:a16="http://schemas.microsoft.com/office/drawing/2014/main" id="{E3A03559-7305-9820-D83C-EA9B4D69D43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9094" y="3911016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12" name="Line 481">
                      <a:extLst>
                        <a:ext uri="{FF2B5EF4-FFF2-40B4-BE49-F238E27FC236}">
                          <a16:creationId xmlns:a16="http://schemas.microsoft.com/office/drawing/2014/main" id="{E81A496A-3DFD-E705-9E37-C82F242D2FF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9094" y="3842754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13" name="Line 482">
                      <a:extLst>
                        <a:ext uri="{FF2B5EF4-FFF2-40B4-BE49-F238E27FC236}">
                          <a16:creationId xmlns:a16="http://schemas.microsoft.com/office/drawing/2014/main" id="{F258789A-AE51-5D58-48C5-D790DDDE79B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09410" y="3853870"/>
                      <a:ext cx="25394" cy="11906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114" name="Line 483">
                      <a:extLst>
                        <a:ext uri="{FF2B5EF4-FFF2-40B4-BE49-F238E27FC236}">
                          <a16:creationId xmlns:a16="http://schemas.microsoft.com/office/drawing/2014/main" id="{3A960DBD-1034-CBD5-5107-46030A338D7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8023579" y="4361994"/>
                      <a:ext cx="30418" cy="127001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cxnSp>
                  <p:nvCxnSpPr>
                    <p:cNvPr id="115" name="Straight Connector 114">
                      <a:extLst>
                        <a:ext uri="{FF2B5EF4-FFF2-40B4-BE49-F238E27FC236}">
                          <a16:creationId xmlns:a16="http://schemas.microsoft.com/office/drawing/2014/main" id="{ACFC9FFB-7EF7-1C6E-4264-92B5A8574F5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92829" y="3360701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  <a:headEnd type="triangle" w="lg" len="lg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6" name="Straight Connector 115">
                      <a:extLst>
                        <a:ext uri="{FF2B5EF4-FFF2-40B4-BE49-F238E27FC236}">
                          <a16:creationId xmlns:a16="http://schemas.microsoft.com/office/drawing/2014/main" id="{529099F4-7FD4-9C90-ABC0-10B6D00DC81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81637" y="4440702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0" name="Group 79">
                    <a:extLst>
                      <a:ext uri="{FF2B5EF4-FFF2-40B4-BE49-F238E27FC236}">
                        <a16:creationId xmlns:a16="http://schemas.microsoft.com/office/drawing/2014/main" id="{CA0C0D5D-E030-0A87-B004-2ED0B1413FF7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10406838" y="1838626"/>
                    <a:ext cx="298977" cy="1620001"/>
                    <a:chOff x="7453879" y="3360701"/>
                    <a:chExt cx="298977" cy="1620001"/>
                  </a:xfrm>
                </p:grpSpPr>
                <p:grpSp>
                  <p:nvGrpSpPr>
                    <p:cNvPr id="96" name="Group 95">
                      <a:extLst>
                        <a:ext uri="{FF2B5EF4-FFF2-40B4-BE49-F238E27FC236}">
                          <a16:creationId xmlns:a16="http://schemas.microsoft.com/office/drawing/2014/main" id="{9F52E9D8-2948-C161-02B9-8FFF9492F661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 rot="16200000">
                      <a:off x="7333368" y="4021213"/>
                      <a:ext cx="540000" cy="298977"/>
                      <a:chOff x="2887363" y="5330087"/>
                      <a:chExt cx="1799966" cy="996572"/>
                    </a:xfrm>
                  </p:grpSpPr>
                  <p:sp>
                    <p:nvSpPr>
                      <p:cNvPr id="99" name="Arc 98">
                        <a:extLst>
                          <a:ext uri="{FF2B5EF4-FFF2-40B4-BE49-F238E27FC236}">
                            <a16:creationId xmlns:a16="http://schemas.microsoft.com/office/drawing/2014/main" id="{71C1923D-DE9B-3BE3-DFCA-970D0A53FE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70422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00" name="Arc 99">
                        <a:extLst>
                          <a:ext uri="{FF2B5EF4-FFF2-40B4-BE49-F238E27FC236}">
                            <a16:creationId xmlns:a16="http://schemas.microsoft.com/office/drawing/2014/main" id="{8B69B157-3551-5030-E8C2-385F8DEC47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53481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01" name="Arc 100">
                        <a:extLst>
                          <a:ext uri="{FF2B5EF4-FFF2-40B4-BE49-F238E27FC236}">
                            <a16:creationId xmlns:a16="http://schemas.microsoft.com/office/drawing/2014/main" id="{EB931214-0086-7058-CFAE-2DE74ED7F4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36540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21038836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02" name="Arc 101">
                        <a:extLst>
                          <a:ext uri="{FF2B5EF4-FFF2-40B4-BE49-F238E27FC236}">
                            <a16:creationId xmlns:a16="http://schemas.microsoft.com/office/drawing/2014/main" id="{D8FBBAC0-A707-9FD6-31C3-BA57F3EF34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87363" y="5330087"/>
                        <a:ext cx="650789" cy="996572"/>
                      </a:xfrm>
                      <a:prstGeom prst="arc">
                        <a:avLst>
                          <a:gd name="adj1" fmla="val 11355569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03" name="Arc 102">
                        <a:extLst>
                          <a:ext uri="{FF2B5EF4-FFF2-40B4-BE49-F238E27FC236}">
                            <a16:creationId xmlns:a16="http://schemas.microsoft.com/office/drawing/2014/main" id="{C08F5A71-2A37-F44A-5D0B-0418840F4B24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3653481" y="5454662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04" name="Arc 103">
                        <a:extLst>
                          <a:ext uri="{FF2B5EF4-FFF2-40B4-BE49-F238E27FC236}">
                            <a16:creationId xmlns:a16="http://schemas.microsoft.com/office/drawing/2014/main" id="{9144405E-086E-C852-A2B2-66829201A714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036130" y="5454662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105" name="Arc 104">
                        <a:extLst>
                          <a:ext uri="{FF2B5EF4-FFF2-40B4-BE49-F238E27FC236}">
                            <a16:creationId xmlns:a16="http://schemas.microsoft.com/office/drawing/2014/main" id="{9322669E-6E0E-DA22-4CFB-E18742638BCA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3270011" y="5454663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</p:grpSp>
                <p:cxnSp>
                  <p:nvCxnSpPr>
                    <p:cNvPr id="97" name="Straight Connector 96">
                      <a:extLst>
                        <a:ext uri="{FF2B5EF4-FFF2-40B4-BE49-F238E27FC236}">
                          <a16:creationId xmlns:a16="http://schemas.microsoft.com/office/drawing/2014/main" id="{D0369540-F59A-C09F-8523-BCDEF8C55F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99383" y="4440702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8" name="Straight Connector 97">
                      <a:extLst>
                        <a:ext uri="{FF2B5EF4-FFF2-40B4-BE49-F238E27FC236}">
                          <a16:creationId xmlns:a16="http://schemas.microsoft.com/office/drawing/2014/main" id="{3711D9BD-ACD7-69CB-AACD-D3B9A7AE153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89917" y="3360701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1" name="Group 80">
                    <a:extLst>
                      <a:ext uri="{FF2B5EF4-FFF2-40B4-BE49-F238E27FC236}">
                        <a16:creationId xmlns:a16="http://schemas.microsoft.com/office/drawing/2014/main" id="{35B6522C-3FA1-D222-A2B3-6360CB372A4B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111560" y="1820972"/>
                    <a:ext cx="242888" cy="1620001"/>
                    <a:chOff x="7860988" y="3360701"/>
                    <a:chExt cx="242888" cy="1620001"/>
                  </a:xfrm>
                </p:grpSpPr>
                <p:sp>
                  <p:nvSpPr>
                    <p:cNvPr id="85" name="Line 475">
                      <a:extLst>
                        <a:ext uri="{FF2B5EF4-FFF2-40B4-BE49-F238E27FC236}">
                          <a16:creationId xmlns:a16="http://schemas.microsoft.com/office/drawing/2014/main" id="{6446BFEC-57E2-A2FD-F16C-12ABFE29856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7506" y="4253917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86" name="Line 476">
                      <a:extLst>
                        <a:ext uri="{FF2B5EF4-FFF2-40B4-BE49-F238E27FC236}">
                          <a16:creationId xmlns:a16="http://schemas.microsoft.com/office/drawing/2014/main" id="{C586B81B-7EA9-BFC4-400E-5B50FF40607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7506" y="4187242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87" name="Line 477">
                      <a:extLst>
                        <a:ext uri="{FF2B5EF4-FFF2-40B4-BE49-F238E27FC236}">
                          <a16:creationId xmlns:a16="http://schemas.microsoft.com/office/drawing/2014/main" id="{FD3F381E-B671-11E4-2B6B-ABE15EF8C50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7506" y="4118979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88" name="Line 478">
                      <a:extLst>
                        <a:ext uri="{FF2B5EF4-FFF2-40B4-BE49-F238E27FC236}">
                          <a16:creationId xmlns:a16="http://schemas.microsoft.com/office/drawing/2014/main" id="{1DE24F04-879A-05E8-8622-6F92A1111CD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7506" y="4047541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89" name="Line 479">
                      <a:extLst>
                        <a:ext uri="{FF2B5EF4-FFF2-40B4-BE49-F238E27FC236}">
                          <a16:creationId xmlns:a16="http://schemas.microsoft.com/office/drawing/2014/main" id="{1D04AE8B-23D3-8764-4014-9DAC52DF7BF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9094" y="3977691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90" name="Line 480">
                      <a:extLst>
                        <a:ext uri="{FF2B5EF4-FFF2-40B4-BE49-F238E27FC236}">
                          <a16:creationId xmlns:a16="http://schemas.microsoft.com/office/drawing/2014/main" id="{0FF9C983-3DCD-B6AF-1AF3-045526A611C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9094" y="3911016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91" name="Line 481">
                      <a:extLst>
                        <a:ext uri="{FF2B5EF4-FFF2-40B4-BE49-F238E27FC236}">
                          <a16:creationId xmlns:a16="http://schemas.microsoft.com/office/drawing/2014/main" id="{F12F166F-B1BB-BB30-1170-5FCE2A4181A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9094" y="3842754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92" name="Line 482">
                      <a:extLst>
                        <a:ext uri="{FF2B5EF4-FFF2-40B4-BE49-F238E27FC236}">
                          <a16:creationId xmlns:a16="http://schemas.microsoft.com/office/drawing/2014/main" id="{C6E7D801-6D71-7672-DF1C-0CC79EFF3D7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09410" y="3853870"/>
                      <a:ext cx="25394" cy="11906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93" name="Line 483">
                      <a:extLst>
                        <a:ext uri="{FF2B5EF4-FFF2-40B4-BE49-F238E27FC236}">
                          <a16:creationId xmlns:a16="http://schemas.microsoft.com/office/drawing/2014/main" id="{49F7C48F-7C8A-5227-BE49-351A8D682B2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8023579" y="4361994"/>
                      <a:ext cx="30418" cy="127001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cxnSp>
                  <p:nvCxnSpPr>
                    <p:cNvPr id="94" name="Straight Connector 93">
                      <a:extLst>
                        <a:ext uri="{FF2B5EF4-FFF2-40B4-BE49-F238E27FC236}">
                          <a16:creationId xmlns:a16="http://schemas.microsoft.com/office/drawing/2014/main" id="{EBAD4BA3-0D12-84E5-AE51-C1855978E8C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92829" y="3360701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  <a:headEnd type="triangle" w="lg" len="lg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Straight Connector 94">
                      <a:extLst>
                        <a:ext uri="{FF2B5EF4-FFF2-40B4-BE49-F238E27FC236}">
                          <a16:creationId xmlns:a16="http://schemas.microsoft.com/office/drawing/2014/main" id="{E229D3DF-480B-B447-ACF5-08009C6086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81637" y="4440702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82" name="Oval 81">
                    <a:extLst>
                      <a:ext uri="{FF2B5EF4-FFF2-40B4-BE49-F238E27FC236}">
                        <a16:creationId xmlns:a16="http://schemas.microsoft.com/office/drawing/2014/main" id="{9BD57A00-7392-EEA0-CCA9-3F00EEA50ECE}"/>
                      </a:ext>
                    </a:extLst>
                  </p:cNvPr>
                  <p:cNvSpPr/>
                  <p:nvPr/>
                </p:nvSpPr>
                <p:spPr>
                  <a:xfrm>
                    <a:off x="5447130" y="2575931"/>
                    <a:ext cx="94340" cy="94199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" name="Oval 82">
                    <a:extLst>
                      <a:ext uri="{FF2B5EF4-FFF2-40B4-BE49-F238E27FC236}">
                        <a16:creationId xmlns:a16="http://schemas.microsoft.com/office/drawing/2014/main" id="{734F1BED-C2A2-A17B-5445-646F06EF7081}"/>
                      </a:ext>
                    </a:extLst>
                  </p:cNvPr>
                  <p:cNvSpPr/>
                  <p:nvPr/>
                </p:nvSpPr>
                <p:spPr>
                  <a:xfrm>
                    <a:off x="8380991" y="2575931"/>
                    <a:ext cx="94340" cy="94199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" name="Oval 83">
                    <a:extLst>
                      <a:ext uri="{FF2B5EF4-FFF2-40B4-BE49-F238E27FC236}">
                        <a16:creationId xmlns:a16="http://schemas.microsoft.com/office/drawing/2014/main" id="{1CA6E875-8EE6-2BE9-EBAA-CC084425892E}"/>
                      </a:ext>
                    </a:extLst>
                  </p:cNvPr>
                  <p:cNvSpPr/>
                  <p:nvPr/>
                </p:nvSpPr>
                <p:spPr>
                  <a:xfrm>
                    <a:off x="11314553" y="2578587"/>
                    <a:ext cx="94340" cy="94199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EC901BC0-5EE9-34B6-C6AD-CF18A819D273}"/>
                    </a:ext>
                  </a:extLst>
                </p:cNvPr>
                <p:cNvSpPr/>
                <p:nvPr/>
              </p:nvSpPr>
              <p:spPr>
                <a:xfrm>
                  <a:off x="3326638" y="3435857"/>
                  <a:ext cx="277702" cy="276726"/>
                </a:xfrm>
                <a:prstGeom prst="ellipse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C00000"/>
                      </a:solidFill>
                    </a:rPr>
                    <a:t>2</a:t>
                  </a:r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7C5F7142-36BB-5A63-AF6C-4B02885EECEB}"/>
                    </a:ext>
                  </a:extLst>
                </p:cNvPr>
                <p:cNvSpPr/>
                <p:nvPr/>
              </p:nvSpPr>
              <p:spPr>
                <a:xfrm>
                  <a:off x="6234719" y="3440431"/>
                  <a:ext cx="277702" cy="276726"/>
                </a:xfrm>
                <a:prstGeom prst="ellipse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C00000"/>
                      </a:solidFill>
                    </a:rPr>
                    <a:t>5</a:t>
                  </a:r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7BD78249-B7A8-BE4B-F764-5C2AF987DFC7}"/>
                    </a:ext>
                  </a:extLst>
                </p:cNvPr>
                <p:cNvSpPr/>
                <p:nvPr/>
              </p:nvSpPr>
              <p:spPr>
                <a:xfrm>
                  <a:off x="9212792" y="3435857"/>
                  <a:ext cx="277702" cy="276726"/>
                </a:xfrm>
                <a:prstGeom prst="ellipse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C00000"/>
                      </a:solidFill>
                    </a:rPr>
                    <a:t>8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23BD673-C983-D371-1DD1-CD8E7576E6C2}"/>
                  </a:ext>
                </a:extLst>
              </p:cNvPr>
              <p:cNvGrpSpPr/>
              <p:nvPr/>
            </p:nvGrpSpPr>
            <p:grpSpPr>
              <a:xfrm>
                <a:off x="3326638" y="4554226"/>
                <a:ext cx="6279587" cy="564392"/>
                <a:chOff x="3326638" y="4306159"/>
                <a:chExt cx="6279587" cy="564392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FCFAF913-AF70-4AD2-C86D-459D4561C82E}"/>
                    </a:ext>
                  </a:extLst>
                </p:cNvPr>
                <p:cNvGrpSpPr/>
                <p:nvPr/>
              </p:nvGrpSpPr>
              <p:grpSpPr>
                <a:xfrm>
                  <a:off x="3644462" y="4564427"/>
                  <a:ext cx="5961763" cy="306124"/>
                  <a:chOff x="5447130" y="2491991"/>
                  <a:chExt cx="5961763" cy="306124"/>
                </a:xfrm>
              </p:grpSpPr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CBF81AD9-F044-5C1D-5CE6-47A97C5E025E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7452737" y="1831479"/>
                    <a:ext cx="298977" cy="1620001"/>
                    <a:chOff x="7453879" y="3360701"/>
                    <a:chExt cx="298977" cy="1620001"/>
                  </a:xfrm>
                </p:grpSpPr>
                <p:grpSp>
                  <p:nvGrpSpPr>
                    <p:cNvPr id="64" name="Group 63">
                      <a:extLst>
                        <a:ext uri="{FF2B5EF4-FFF2-40B4-BE49-F238E27FC236}">
                          <a16:creationId xmlns:a16="http://schemas.microsoft.com/office/drawing/2014/main" id="{0F8A837C-FC7F-E5E7-0396-09E8DB76ABC2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 rot="16200000">
                      <a:off x="7333368" y="4021213"/>
                      <a:ext cx="540000" cy="298977"/>
                      <a:chOff x="2887363" y="5330087"/>
                      <a:chExt cx="1799966" cy="996572"/>
                    </a:xfrm>
                  </p:grpSpPr>
                  <p:sp>
                    <p:nvSpPr>
                      <p:cNvPr id="67" name="Arc 66">
                        <a:extLst>
                          <a:ext uri="{FF2B5EF4-FFF2-40B4-BE49-F238E27FC236}">
                            <a16:creationId xmlns:a16="http://schemas.microsoft.com/office/drawing/2014/main" id="{4382CA46-1612-EEC1-CADE-D3A6F72C08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70422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68" name="Arc 67">
                        <a:extLst>
                          <a:ext uri="{FF2B5EF4-FFF2-40B4-BE49-F238E27FC236}">
                            <a16:creationId xmlns:a16="http://schemas.microsoft.com/office/drawing/2014/main" id="{CDD1870E-BB86-D988-4718-9265096C61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53481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69" name="Arc 68">
                        <a:extLst>
                          <a:ext uri="{FF2B5EF4-FFF2-40B4-BE49-F238E27FC236}">
                            <a16:creationId xmlns:a16="http://schemas.microsoft.com/office/drawing/2014/main" id="{3D6E91BF-5CC6-C4AD-477B-6DEC0E146B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36540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21038836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70" name="Arc 69">
                        <a:extLst>
                          <a:ext uri="{FF2B5EF4-FFF2-40B4-BE49-F238E27FC236}">
                            <a16:creationId xmlns:a16="http://schemas.microsoft.com/office/drawing/2014/main" id="{9A96CDD8-919B-FBC8-6EF2-983C7B8DB0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87363" y="5330087"/>
                        <a:ext cx="650789" cy="996572"/>
                      </a:xfrm>
                      <a:prstGeom prst="arc">
                        <a:avLst>
                          <a:gd name="adj1" fmla="val 11355569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71" name="Arc 70">
                        <a:extLst>
                          <a:ext uri="{FF2B5EF4-FFF2-40B4-BE49-F238E27FC236}">
                            <a16:creationId xmlns:a16="http://schemas.microsoft.com/office/drawing/2014/main" id="{7C5F9238-8EC9-86D3-BD09-BA087ACBC52E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3653481" y="5454662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72" name="Arc 71">
                        <a:extLst>
                          <a:ext uri="{FF2B5EF4-FFF2-40B4-BE49-F238E27FC236}">
                            <a16:creationId xmlns:a16="http://schemas.microsoft.com/office/drawing/2014/main" id="{C6F70CC8-B4A0-128A-75EE-CA3FED07E0F4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036130" y="5454662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73" name="Arc 72">
                        <a:extLst>
                          <a:ext uri="{FF2B5EF4-FFF2-40B4-BE49-F238E27FC236}">
                            <a16:creationId xmlns:a16="http://schemas.microsoft.com/office/drawing/2014/main" id="{6F6484A1-03C4-64B1-587D-C92A2ECB2EA6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3270011" y="5454663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</p:grpSp>
                <p:cxnSp>
                  <p:nvCxnSpPr>
                    <p:cNvPr id="65" name="Straight Connector 64">
                      <a:extLst>
                        <a:ext uri="{FF2B5EF4-FFF2-40B4-BE49-F238E27FC236}">
                          <a16:creationId xmlns:a16="http://schemas.microsoft.com/office/drawing/2014/main" id="{5528BA40-3D0B-E038-6EF7-3562AA76552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99383" y="4440702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" name="Straight Connector 65">
                      <a:extLst>
                        <a:ext uri="{FF2B5EF4-FFF2-40B4-BE49-F238E27FC236}">
                          <a16:creationId xmlns:a16="http://schemas.microsoft.com/office/drawing/2014/main" id="{0B2E73C0-1E1B-7570-EDBC-43EC0D9DC3F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89917" y="3360701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E84B4EBA-2404-0D5D-51A6-C7A6534F1F16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6157459" y="1813825"/>
                    <a:ext cx="242888" cy="1620001"/>
                    <a:chOff x="7860988" y="3360701"/>
                    <a:chExt cx="242888" cy="1620001"/>
                  </a:xfrm>
                </p:grpSpPr>
                <p:sp>
                  <p:nvSpPr>
                    <p:cNvPr id="53" name="Line 475">
                      <a:extLst>
                        <a:ext uri="{FF2B5EF4-FFF2-40B4-BE49-F238E27FC236}">
                          <a16:creationId xmlns:a16="http://schemas.microsoft.com/office/drawing/2014/main" id="{5C492871-BFF6-0F92-2359-1EC591C5CB8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7506" y="4253917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54" name="Line 476">
                      <a:extLst>
                        <a:ext uri="{FF2B5EF4-FFF2-40B4-BE49-F238E27FC236}">
                          <a16:creationId xmlns:a16="http://schemas.microsoft.com/office/drawing/2014/main" id="{246BF2C6-E986-4DA0-1C27-8B943F14C75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7506" y="4187242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55" name="Line 477">
                      <a:extLst>
                        <a:ext uri="{FF2B5EF4-FFF2-40B4-BE49-F238E27FC236}">
                          <a16:creationId xmlns:a16="http://schemas.microsoft.com/office/drawing/2014/main" id="{906AF5E8-5CEE-8D5B-E3D0-3472F6AC4F8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7506" y="4118979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56" name="Line 478">
                      <a:extLst>
                        <a:ext uri="{FF2B5EF4-FFF2-40B4-BE49-F238E27FC236}">
                          <a16:creationId xmlns:a16="http://schemas.microsoft.com/office/drawing/2014/main" id="{0A0AADBA-9ED2-9FDB-6093-FF520699280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7506" y="4047541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57" name="Line 479">
                      <a:extLst>
                        <a:ext uri="{FF2B5EF4-FFF2-40B4-BE49-F238E27FC236}">
                          <a16:creationId xmlns:a16="http://schemas.microsoft.com/office/drawing/2014/main" id="{B1DDCB99-1AE0-C43C-0505-41ADDEDFC5B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9094" y="3977691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58" name="Line 480">
                      <a:extLst>
                        <a:ext uri="{FF2B5EF4-FFF2-40B4-BE49-F238E27FC236}">
                          <a16:creationId xmlns:a16="http://schemas.microsoft.com/office/drawing/2014/main" id="{69B0C153-6F91-33A8-177F-6BAC952856B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9094" y="3911016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59" name="Line 481">
                      <a:extLst>
                        <a:ext uri="{FF2B5EF4-FFF2-40B4-BE49-F238E27FC236}">
                          <a16:creationId xmlns:a16="http://schemas.microsoft.com/office/drawing/2014/main" id="{09CBE009-36FB-AFBB-8A63-497BF4451EA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9094" y="3842754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60" name="Line 482">
                      <a:extLst>
                        <a:ext uri="{FF2B5EF4-FFF2-40B4-BE49-F238E27FC236}">
                          <a16:creationId xmlns:a16="http://schemas.microsoft.com/office/drawing/2014/main" id="{A2AE109F-D7DE-A0D8-BAC5-585C1B67C85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09410" y="3853870"/>
                      <a:ext cx="25394" cy="11906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61" name="Line 483">
                      <a:extLst>
                        <a:ext uri="{FF2B5EF4-FFF2-40B4-BE49-F238E27FC236}">
                          <a16:creationId xmlns:a16="http://schemas.microsoft.com/office/drawing/2014/main" id="{072DF747-4DD0-DF95-631C-013387EB0E6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8023579" y="4361994"/>
                      <a:ext cx="30418" cy="127001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cxnSp>
                  <p:nvCxnSpPr>
                    <p:cNvPr id="62" name="Straight Connector 61">
                      <a:extLst>
                        <a:ext uri="{FF2B5EF4-FFF2-40B4-BE49-F238E27FC236}">
                          <a16:creationId xmlns:a16="http://schemas.microsoft.com/office/drawing/2014/main" id="{DCD26786-1C9A-7480-DFC8-E691E90DD8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92829" y="3360701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  <a:headEnd type="triangle" w="lg" len="lg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3" name="Straight Connector 62">
                      <a:extLst>
                        <a:ext uri="{FF2B5EF4-FFF2-40B4-BE49-F238E27FC236}">
                          <a16:creationId xmlns:a16="http://schemas.microsoft.com/office/drawing/2014/main" id="{02CDEB4C-CB58-72DF-EE89-7F525B82860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81637" y="4440702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D246498E-9462-0045-9E54-A17D50A5F942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10406838" y="1838626"/>
                    <a:ext cx="298977" cy="1620001"/>
                    <a:chOff x="7453879" y="3360701"/>
                    <a:chExt cx="298977" cy="1620001"/>
                  </a:xfrm>
                </p:grpSpPr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FC37ED17-8AE1-BBDE-7EBD-276EF4C04638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 rot="16200000">
                      <a:off x="7333368" y="4021213"/>
                      <a:ext cx="540000" cy="298977"/>
                      <a:chOff x="2887363" y="5330087"/>
                      <a:chExt cx="1799966" cy="996572"/>
                    </a:xfrm>
                  </p:grpSpPr>
                  <p:sp>
                    <p:nvSpPr>
                      <p:cNvPr id="46" name="Arc 45">
                        <a:extLst>
                          <a:ext uri="{FF2B5EF4-FFF2-40B4-BE49-F238E27FC236}">
                            <a16:creationId xmlns:a16="http://schemas.microsoft.com/office/drawing/2014/main" id="{DDF9D491-DD3D-8DE8-1EDE-FE4E1AC97A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270422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47" name="Arc 46">
                        <a:extLst>
                          <a:ext uri="{FF2B5EF4-FFF2-40B4-BE49-F238E27FC236}">
                            <a16:creationId xmlns:a16="http://schemas.microsoft.com/office/drawing/2014/main" id="{75693F38-8FB9-2D62-6F8D-B5311547E2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653481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48" name="Arc 47">
                        <a:extLst>
                          <a:ext uri="{FF2B5EF4-FFF2-40B4-BE49-F238E27FC236}">
                            <a16:creationId xmlns:a16="http://schemas.microsoft.com/office/drawing/2014/main" id="{D40A5BBF-3E68-EC4A-F973-846EA573E1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36540" y="5330087"/>
                        <a:ext cx="650789" cy="996572"/>
                      </a:xfrm>
                      <a:prstGeom prst="arc">
                        <a:avLst>
                          <a:gd name="adj1" fmla="val 10790216"/>
                          <a:gd name="adj2" fmla="val 21038836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49" name="Arc 48">
                        <a:extLst>
                          <a:ext uri="{FF2B5EF4-FFF2-40B4-BE49-F238E27FC236}">
                            <a16:creationId xmlns:a16="http://schemas.microsoft.com/office/drawing/2014/main" id="{8709BAF0-9CE9-C45F-EC9D-6D2CDF2CC8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87363" y="5330087"/>
                        <a:ext cx="650789" cy="996572"/>
                      </a:xfrm>
                      <a:prstGeom prst="arc">
                        <a:avLst>
                          <a:gd name="adj1" fmla="val 11355569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50" name="Arc 49">
                        <a:extLst>
                          <a:ext uri="{FF2B5EF4-FFF2-40B4-BE49-F238E27FC236}">
                            <a16:creationId xmlns:a16="http://schemas.microsoft.com/office/drawing/2014/main" id="{C5ED110E-C59E-3D09-C366-A083A347381A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3653481" y="5454662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51" name="Arc 50">
                        <a:extLst>
                          <a:ext uri="{FF2B5EF4-FFF2-40B4-BE49-F238E27FC236}">
                            <a16:creationId xmlns:a16="http://schemas.microsoft.com/office/drawing/2014/main" id="{6E7252B6-FB6F-1EF1-C5E0-8EE538F1D274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036130" y="5454662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  <p:sp>
                    <p:nvSpPr>
                      <p:cNvPr id="52" name="Arc 51">
                        <a:extLst>
                          <a:ext uri="{FF2B5EF4-FFF2-40B4-BE49-F238E27FC236}">
                            <a16:creationId xmlns:a16="http://schemas.microsoft.com/office/drawing/2014/main" id="{52A41829-0B86-CAB4-DE52-BBF0CAE3ECEB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3270011" y="5454663"/>
                        <a:ext cx="268140" cy="747420"/>
                      </a:xfrm>
                      <a:prstGeom prst="arc">
                        <a:avLst>
                          <a:gd name="adj1" fmla="val 10790216"/>
                          <a:gd name="adj2" fmla="val 71171"/>
                        </a:avLst>
                      </a:prstGeom>
                      <a:ln w="25400" cap="rnd">
                        <a:solidFill>
                          <a:srgbClr val="C00000"/>
                        </a:solidFill>
                        <a:round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T"/>
                      </a:p>
                    </p:txBody>
                  </p:sp>
                </p:grpSp>
                <p:cxnSp>
                  <p:nvCxnSpPr>
                    <p:cNvPr id="44" name="Straight Connector 43">
                      <a:extLst>
                        <a:ext uri="{FF2B5EF4-FFF2-40B4-BE49-F238E27FC236}">
                          <a16:creationId xmlns:a16="http://schemas.microsoft.com/office/drawing/2014/main" id="{8BFF2970-A389-3640-619C-501108CB82A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99383" y="4440702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" name="Straight Connector 44">
                      <a:extLst>
                        <a:ext uri="{FF2B5EF4-FFF2-40B4-BE49-F238E27FC236}">
                          <a16:creationId xmlns:a16="http://schemas.microsoft.com/office/drawing/2014/main" id="{47727089-C571-6D53-30CA-B381025584E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89917" y="3360701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DFBABA30-B3EA-FB4F-E61F-B4489E2BA4F5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9111560" y="1820972"/>
                    <a:ext cx="242888" cy="1620001"/>
                    <a:chOff x="7860988" y="3360701"/>
                    <a:chExt cx="242888" cy="1620001"/>
                  </a:xfrm>
                </p:grpSpPr>
                <p:sp>
                  <p:nvSpPr>
                    <p:cNvPr id="32" name="Line 475">
                      <a:extLst>
                        <a:ext uri="{FF2B5EF4-FFF2-40B4-BE49-F238E27FC236}">
                          <a16:creationId xmlns:a16="http://schemas.microsoft.com/office/drawing/2014/main" id="{5A49E2D1-7EB2-5C32-A513-D903F2017AA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7506" y="4253917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33" name="Line 476">
                      <a:extLst>
                        <a:ext uri="{FF2B5EF4-FFF2-40B4-BE49-F238E27FC236}">
                          <a16:creationId xmlns:a16="http://schemas.microsoft.com/office/drawing/2014/main" id="{3B6BEFC3-0B37-A80B-057E-CF14C854452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7506" y="4187242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34" name="Line 477">
                      <a:extLst>
                        <a:ext uri="{FF2B5EF4-FFF2-40B4-BE49-F238E27FC236}">
                          <a16:creationId xmlns:a16="http://schemas.microsoft.com/office/drawing/2014/main" id="{8ABB2274-5231-CE23-30CB-65202A08EB3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7506" y="4118979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35" name="Line 478">
                      <a:extLst>
                        <a:ext uri="{FF2B5EF4-FFF2-40B4-BE49-F238E27FC236}">
                          <a16:creationId xmlns:a16="http://schemas.microsoft.com/office/drawing/2014/main" id="{8D76E93A-749F-75F6-CA46-B33C661A055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7506" y="4047541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36" name="Line 479">
                      <a:extLst>
                        <a:ext uri="{FF2B5EF4-FFF2-40B4-BE49-F238E27FC236}">
                          <a16:creationId xmlns:a16="http://schemas.microsoft.com/office/drawing/2014/main" id="{6F51D961-7C8E-4E69-923D-42ED3419138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9094" y="3977691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37" name="Line 480">
                      <a:extLst>
                        <a:ext uri="{FF2B5EF4-FFF2-40B4-BE49-F238E27FC236}">
                          <a16:creationId xmlns:a16="http://schemas.microsoft.com/office/drawing/2014/main" id="{E90166EE-ECD6-10B9-37E1-58DB27D44C5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49094" y="3911016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38" name="Line 481">
                      <a:extLst>
                        <a:ext uri="{FF2B5EF4-FFF2-40B4-BE49-F238E27FC236}">
                          <a16:creationId xmlns:a16="http://schemas.microsoft.com/office/drawing/2014/main" id="{519D1D0A-29F2-5A7F-D7E0-791C349233F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V="1">
                      <a:off x="7949094" y="3842754"/>
                      <a:ext cx="68263" cy="24130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39" name="Line 482">
                      <a:extLst>
                        <a:ext uri="{FF2B5EF4-FFF2-40B4-BE49-F238E27FC236}">
                          <a16:creationId xmlns:a16="http://schemas.microsoft.com/office/drawing/2014/main" id="{FD709DE5-D244-52BA-356D-4762DB67F16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7909410" y="3853870"/>
                      <a:ext cx="25394" cy="119060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sp>
                  <p:nvSpPr>
                    <p:cNvPr id="40" name="Line 483">
                      <a:extLst>
                        <a:ext uri="{FF2B5EF4-FFF2-40B4-BE49-F238E27FC236}">
                          <a16:creationId xmlns:a16="http://schemas.microsoft.com/office/drawing/2014/main" id="{8EB1C765-7F6A-3FB7-C58C-017127821CD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16200000" flipH="1" flipV="1">
                      <a:off x="8023579" y="4361994"/>
                      <a:ext cx="30418" cy="127001"/>
                    </a:xfrm>
                    <a:prstGeom prst="line">
                      <a:avLst/>
                    </a:prstGeom>
                    <a:noFill/>
                    <a:ln w="25400" cap="rnd">
                      <a:solidFill>
                        <a:srgbClr val="C0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IT"/>
                    </a:p>
                  </p:txBody>
                </p:sp>
                <p:cxnSp>
                  <p:nvCxnSpPr>
                    <p:cNvPr id="41" name="Straight Connector 40">
                      <a:extLst>
                        <a:ext uri="{FF2B5EF4-FFF2-40B4-BE49-F238E27FC236}">
                          <a16:creationId xmlns:a16="http://schemas.microsoft.com/office/drawing/2014/main" id="{19FA1DE8-B704-A8E0-7CCE-0AC79C91E65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92829" y="3360701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  <a:headEnd type="triangle" w="lg" len="lg"/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Straight Connector 41">
                      <a:extLst>
                        <a:ext uri="{FF2B5EF4-FFF2-40B4-BE49-F238E27FC236}">
                          <a16:creationId xmlns:a16="http://schemas.microsoft.com/office/drawing/2014/main" id="{78BBBCC6-3519-7F34-48C5-E29B1E4D5D3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81637" y="4440702"/>
                      <a:ext cx="0" cy="540000"/>
                    </a:xfrm>
                    <a:prstGeom prst="line">
                      <a:avLst/>
                    </a:prstGeom>
                    <a:ln cap="rnd">
                      <a:solidFill>
                        <a:srgbClr val="C00000"/>
                      </a:solidFill>
                      <a:round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42459CE5-2472-B30C-4E3C-5C69D2092523}"/>
                      </a:ext>
                    </a:extLst>
                  </p:cNvPr>
                  <p:cNvSpPr/>
                  <p:nvPr/>
                </p:nvSpPr>
                <p:spPr>
                  <a:xfrm>
                    <a:off x="5447130" y="2575931"/>
                    <a:ext cx="94340" cy="94199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7578667B-8326-DD07-4565-28E7CF5C76A1}"/>
                      </a:ext>
                    </a:extLst>
                  </p:cNvPr>
                  <p:cNvSpPr/>
                  <p:nvPr/>
                </p:nvSpPr>
                <p:spPr>
                  <a:xfrm>
                    <a:off x="8380991" y="2575931"/>
                    <a:ext cx="94340" cy="94199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E00A7E72-DA2E-208D-E129-7CD84437EB56}"/>
                      </a:ext>
                    </a:extLst>
                  </p:cNvPr>
                  <p:cNvSpPr/>
                  <p:nvPr/>
                </p:nvSpPr>
                <p:spPr>
                  <a:xfrm>
                    <a:off x="11314553" y="2578587"/>
                    <a:ext cx="94340" cy="94199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29812462-D4E5-99E9-20AB-EF71BC4F12B7}"/>
                    </a:ext>
                  </a:extLst>
                </p:cNvPr>
                <p:cNvSpPr/>
                <p:nvPr/>
              </p:nvSpPr>
              <p:spPr>
                <a:xfrm>
                  <a:off x="3326638" y="4306159"/>
                  <a:ext cx="277702" cy="276726"/>
                </a:xfrm>
                <a:prstGeom prst="ellipse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C00000"/>
                      </a:solidFill>
                    </a:rPr>
                    <a:t>3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18566D89-D8EB-BDE1-63F8-5A07151CDF24}"/>
                    </a:ext>
                  </a:extLst>
                </p:cNvPr>
                <p:cNvSpPr/>
                <p:nvPr/>
              </p:nvSpPr>
              <p:spPr>
                <a:xfrm>
                  <a:off x="6235270" y="4306159"/>
                  <a:ext cx="277702" cy="276726"/>
                </a:xfrm>
                <a:prstGeom prst="ellipse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C00000"/>
                      </a:solidFill>
                    </a:rPr>
                    <a:t>6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50BCAC2-09AD-FC03-7C4C-73DDF6355F01}"/>
                    </a:ext>
                  </a:extLst>
                </p:cNvPr>
                <p:cNvSpPr/>
                <p:nvPr/>
              </p:nvSpPr>
              <p:spPr>
                <a:xfrm>
                  <a:off x="9212792" y="4306159"/>
                  <a:ext cx="277702" cy="276726"/>
                </a:xfrm>
                <a:prstGeom prst="ellipse">
                  <a:avLst/>
                </a:prstGeom>
                <a:noFill/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rgbClr val="C00000"/>
                      </a:solidFill>
                    </a:rPr>
                    <a:t>9</a:t>
                  </a:r>
                </a:p>
              </p:txBody>
            </p:sp>
          </p:grpSp>
        </p:grpSp>
        <p:sp>
          <p:nvSpPr>
            <p:cNvPr id="255" name="Triangle 254">
              <a:extLst>
                <a:ext uri="{FF2B5EF4-FFF2-40B4-BE49-F238E27FC236}">
                  <a16:creationId xmlns:a16="http://schemas.microsoft.com/office/drawing/2014/main" id="{6CB1BFBC-AD21-4192-ED50-F9B4AE273B60}"/>
                </a:ext>
              </a:extLst>
            </p:cNvPr>
            <p:cNvSpPr/>
            <p:nvPr/>
          </p:nvSpPr>
          <p:spPr>
            <a:xfrm flipV="1">
              <a:off x="999131" y="5979101"/>
              <a:ext cx="206062" cy="195521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83DD6267-8622-B3F8-D1AB-A62A794FCDDD}"/>
                </a:ext>
              </a:extLst>
            </p:cNvPr>
            <p:cNvGrpSpPr/>
            <p:nvPr/>
          </p:nvGrpSpPr>
          <p:grpSpPr>
            <a:xfrm>
              <a:off x="875935" y="3073334"/>
              <a:ext cx="2234137" cy="2905767"/>
              <a:chOff x="875935" y="3073334"/>
              <a:chExt cx="2234137" cy="2905767"/>
            </a:xfrm>
          </p:grpSpPr>
          <p:grpSp>
            <p:nvGrpSpPr>
              <p:cNvPr id="256" name="Group 255">
                <a:extLst>
                  <a:ext uri="{FF2B5EF4-FFF2-40B4-BE49-F238E27FC236}">
                    <a16:creationId xmlns:a16="http://schemas.microsoft.com/office/drawing/2014/main" id="{1509FE11-EAE7-5358-7D49-06E31A9D6100}"/>
                  </a:ext>
                </a:extLst>
              </p:cNvPr>
              <p:cNvGrpSpPr/>
              <p:nvPr/>
            </p:nvGrpSpPr>
            <p:grpSpPr>
              <a:xfrm>
                <a:off x="875935" y="4360899"/>
                <a:ext cx="450000" cy="1618202"/>
                <a:chOff x="875935" y="4386655"/>
                <a:chExt cx="450000" cy="1618202"/>
              </a:xfrm>
            </p:grpSpPr>
            <p:sp>
              <p:nvSpPr>
                <p:cNvPr id="249" name="Oval 248">
                  <a:extLst>
                    <a:ext uri="{FF2B5EF4-FFF2-40B4-BE49-F238E27FC236}">
                      <a16:creationId xmlns:a16="http://schemas.microsoft.com/office/drawing/2014/main" id="{9376B2DA-93A1-98EF-711C-487C29F07381}"/>
                    </a:ext>
                  </a:extLst>
                </p:cNvPr>
                <p:cNvSpPr/>
                <p:nvPr/>
              </p:nvSpPr>
              <p:spPr>
                <a:xfrm>
                  <a:off x="875935" y="4971655"/>
                  <a:ext cx="450000" cy="4500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cxnSp>
              <p:nvCxnSpPr>
                <p:cNvPr id="250" name="Straight Connector 249">
                  <a:extLst>
                    <a:ext uri="{FF2B5EF4-FFF2-40B4-BE49-F238E27FC236}">
                      <a16:creationId xmlns:a16="http://schemas.microsoft.com/office/drawing/2014/main" id="{64613946-0F19-CD91-4FB3-CCF95EDCF1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00935" y="4386655"/>
                  <a:ext cx="0" cy="585000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E4906F56-592C-3505-21E7-9A4146D41C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00935" y="5419857"/>
                  <a:ext cx="0" cy="585000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Arrow Connector 253">
                  <a:extLst>
                    <a:ext uri="{FF2B5EF4-FFF2-40B4-BE49-F238E27FC236}">
                      <a16:creationId xmlns:a16="http://schemas.microsoft.com/office/drawing/2014/main" id="{2FFF283D-ADFB-D66F-9982-BF5468D148EA}"/>
                    </a:ext>
                  </a:extLst>
                </p:cNvPr>
                <p:cNvCxnSpPr>
                  <a:stCxn id="249" idx="4"/>
                  <a:endCxn id="249" idx="0"/>
                </p:cNvCxnSpPr>
                <p:nvPr/>
              </p:nvCxnSpPr>
              <p:spPr>
                <a:xfrm flipV="1">
                  <a:off x="1100935" y="4971655"/>
                  <a:ext cx="0" cy="45000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01BB9D9B-C53D-80AB-44C9-71C901A12E0E}"/>
                  </a:ext>
                </a:extLst>
              </p:cNvPr>
              <p:cNvCxnSpPr>
                <a:cxnSpLocks/>
                <a:stCxn id="82" idx="2"/>
              </p:cNvCxnSpPr>
              <p:nvPr/>
            </p:nvCxnSpPr>
            <p:spPr>
              <a:xfrm flipH="1">
                <a:off x="1100935" y="4362027"/>
                <a:ext cx="2009137" cy="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23A31D00-6C2B-F2C5-37A3-34524368DDBB}"/>
                  </a:ext>
                </a:extLst>
              </p:cNvPr>
              <p:cNvCxnSpPr>
                <a:cxnSpLocks/>
                <a:stCxn id="135" idx="2"/>
              </p:cNvCxnSpPr>
              <p:nvPr/>
            </p:nvCxnSpPr>
            <p:spPr>
              <a:xfrm flipH="1">
                <a:off x="1526146" y="3073334"/>
                <a:ext cx="1583926" cy="1287565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FCC2D980-D160-03C9-2227-2D31AA559C4A}"/>
                  </a:ext>
                </a:extLst>
              </p:cNvPr>
              <p:cNvCxnSpPr>
                <a:cxnSpLocks/>
                <a:stCxn id="29" idx="2"/>
              </p:cNvCxnSpPr>
              <p:nvPr/>
            </p:nvCxnSpPr>
            <p:spPr>
              <a:xfrm flipH="1" flipV="1">
                <a:off x="1526146" y="4360899"/>
                <a:ext cx="1583926" cy="127140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144A0C4B-6BE4-8CC9-8427-31CC304E6D0B}"/>
                  </a:ext>
                </a:extLst>
              </p:cNvPr>
              <p:cNvSpPr/>
              <p:nvPr/>
            </p:nvSpPr>
            <p:spPr>
              <a:xfrm>
                <a:off x="1511030" y="4313799"/>
                <a:ext cx="94340" cy="9419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A5023128-5E96-94F3-08ED-360367766376}"/>
                </a:ext>
              </a:extLst>
            </p:cNvPr>
            <p:cNvGrpSpPr/>
            <p:nvPr/>
          </p:nvGrpSpPr>
          <p:grpSpPr>
            <a:xfrm flipH="1">
              <a:off x="9081930" y="3073334"/>
              <a:ext cx="2234137" cy="2905767"/>
              <a:chOff x="875935" y="3073334"/>
              <a:chExt cx="2234137" cy="2905767"/>
            </a:xfrm>
          </p:grpSpPr>
          <p:grpSp>
            <p:nvGrpSpPr>
              <p:cNvPr id="269" name="Group 268">
                <a:extLst>
                  <a:ext uri="{FF2B5EF4-FFF2-40B4-BE49-F238E27FC236}">
                    <a16:creationId xmlns:a16="http://schemas.microsoft.com/office/drawing/2014/main" id="{0047E870-4099-982C-CA23-E0ABC64D4ABB}"/>
                  </a:ext>
                </a:extLst>
              </p:cNvPr>
              <p:cNvGrpSpPr/>
              <p:nvPr/>
            </p:nvGrpSpPr>
            <p:grpSpPr>
              <a:xfrm>
                <a:off x="875935" y="4360899"/>
                <a:ext cx="450000" cy="1618202"/>
                <a:chOff x="875935" y="4386655"/>
                <a:chExt cx="450000" cy="1618202"/>
              </a:xfrm>
            </p:grpSpPr>
            <p:sp>
              <p:nvSpPr>
                <p:cNvPr id="274" name="Oval 273">
                  <a:extLst>
                    <a:ext uri="{FF2B5EF4-FFF2-40B4-BE49-F238E27FC236}">
                      <a16:creationId xmlns:a16="http://schemas.microsoft.com/office/drawing/2014/main" id="{AFD9E2B0-FB21-0750-2ACF-D70A27DD9D15}"/>
                    </a:ext>
                  </a:extLst>
                </p:cNvPr>
                <p:cNvSpPr/>
                <p:nvPr/>
              </p:nvSpPr>
              <p:spPr>
                <a:xfrm>
                  <a:off x="875935" y="4971655"/>
                  <a:ext cx="450000" cy="4500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T"/>
                </a:p>
              </p:txBody>
            </p:sp>
            <p:cxnSp>
              <p:nvCxnSpPr>
                <p:cNvPr id="275" name="Straight Connector 274">
                  <a:extLst>
                    <a:ext uri="{FF2B5EF4-FFF2-40B4-BE49-F238E27FC236}">
                      <a16:creationId xmlns:a16="http://schemas.microsoft.com/office/drawing/2014/main" id="{DF3A396D-F385-0A04-BA6B-A2FB241643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00935" y="4386655"/>
                  <a:ext cx="0" cy="585000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F8EFEA57-48B0-CD1F-9E6C-6A3AB300ED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00935" y="5419857"/>
                  <a:ext cx="0" cy="585000"/>
                </a:xfrm>
                <a:prstGeom prst="line">
                  <a:avLst/>
                </a:prstGeom>
                <a:ln cap="rnd">
                  <a:solidFill>
                    <a:schemeClr val="tx1"/>
                  </a:solidFill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Straight Arrow Connector 276">
                  <a:extLst>
                    <a:ext uri="{FF2B5EF4-FFF2-40B4-BE49-F238E27FC236}">
                      <a16:creationId xmlns:a16="http://schemas.microsoft.com/office/drawing/2014/main" id="{F74D85C9-9E7E-BB0D-CA7F-FF4958A884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00935" y="4971655"/>
                  <a:ext cx="0" cy="45000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2799272A-49EB-D553-E808-2989E251AC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00935" y="4362027"/>
                <a:ext cx="2009137" cy="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8356F858-A9FD-9269-3939-F56E07C5733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26146" y="3073334"/>
                <a:ext cx="1583926" cy="1287565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945194BD-E5B6-2FEA-C959-85064F8CC4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526146" y="4360899"/>
                <a:ext cx="1583926" cy="1271400"/>
              </a:xfrm>
              <a:prstGeom prst="line">
                <a:avLst/>
              </a:prstGeom>
              <a:ln cap="rnd">
                <a:solidFill>
                  <a:schemeClr val="tx1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3" name="Oval 272">
                <a:extLst>
                  <a:ext uri="{FF2B5EF4-FFF2-40B4-BE49-F238E27FC236}">
                    <a16:creationId xmlns:a16="http://schemas.microsoft.com/office/drawing/2014/main" id="{56739A8C-CA64-9992-D929-F5B89F71C1B4}"/>
                  </a:ext>
                </a:extLst>
              </p:cNvPr>
              <p:cNvSpPr/>
              <p:nvPr/>
            </p:nvSpPr>
            <p:spPr>
              <a:xfrm>
                <a:off x="1511030" y="4313799"/>
                <a:ext cx="94340" cy="9419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8" name="Triangle 277">
              <a:extLst>
                <a:ext uri="{FF2B5EF4-FFF2-40B4-BE49-F238E27FC236}">
                  <a16:creationId xmlns:a16="http://schemas.microsoft.com/office/drawing/2014/main" id="{BB16B64F-C102-E244-1EDF-21D0D46190A7}"/>
                </a:ext>
              </a:extLst>
            </p:cNvPr>
            <p:cNvSpPr/>
            <p:nvPr/>
          </p:nvSpPr>
          <p:spPr>
            <a:xfrm flipV="1">
              <a:off x="10988036" y="5996225"/>
              <a:ext cx="206062" cy="195521"/>
            </a:xfrm>
            <a:prstGeom prst="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9" name="TextBox 278">
                  <a:extLst>
                    <a:ext uri="{FF2B5EF4-FFF2-40B4-BE49-F238E27FC236}">
                      <a16:creationId xmlns:a16="http://schemas.microsoft.com/office/drawing/2014/main" id="{CD401771-FA08-D820-9B02-3C2E9DD5CED5}"/>
                    </a:ext>
                  </a:extLst>
                </p:cNvPr>
                <p:cNvSpPr txBox="1"/>
                <p:nvPr/>
              </p:nvSpPr>
              <p:spPr>
                <a:xfrm>
                  <a:off x="327291" y="4985899"/>
                  <a:ext cx="510909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79" name="TextBox 278">
                  <a:extLst>
                    <a:ext uri="{FF2B5EF4-FFF2-40B4-BE49-F238E27FC236}">
                      <a16:creationId xmlns:a16="http://schemas.microsoft.com/office/drawing/2014/main" id="{CD401771-FA08-D820-9B02-3C2E9DD5CE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291" y="4985899"/>
                  <a:ext cx="510909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6452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id="{40BA0A9D-EDC4-CF56-0724-E35D22561992}"/>
                    </a:ext>
                  </a:extLst>
                </p:cNvPr>
                <p:cNvSpPr txBox="1"/>
                <p:nvPr/>
              </p:nvSpPr>
              <p:spPr>
                <a:xfrm>
                  <a:off x="11242401" y="4996599"/>
                  <a:ext cx="510909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80" name="TextBox 279">
                  <a:extLst>
                    <a:ext uri="{FF2B5EF4-FFF2-40B4-BE49-F238E27FC236}">
                      <a16:creationId xmlns:a16="http://schemas.microsoft.com/office/drawing/2014/main" id="{40BA0A9D-EDC4-CF56-0724-E35D225619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2401" y="4996599"/>
                  <a:ext cx="510909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452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DCE47218-1C5F-5E94-5DFF-F5FC1FAE5ABA}"/>
                  </a:ext>
                </a:extLst>
              </p:cNvPr>
              <p:cNvSpPr txBox="1"/>
              <p:nvPr/>
            </p:nvSpPr>
            <p:spPr>
              <a:xfrm>
                <a:off x="2167288" y="6200022"/>
                <a:ext cx="200913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DCE47218-1C5F-5E94-5DFF-F5FC1FAE5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88" y="6200022"/>
                <a:ext cx="2009137" cy="369332"/>
              </a:xfrm>
              <a:prstGeom prst="rect">
                <a:avLst/>
              </a:prstGeom>
              <a:blipFill>
                <a:blip r:embed="rId4"/>
                <a:stretch>
                  <a:fillRect l="-629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0C23294F-4BD1-D1B9-EC04-96C4FC80FBB1}"/>
                  </a:ext>
                </a:extLst>
              </p:cNvPr>
              <p:cNvSpPr txBox="1"/>
              <p:nvPr/>
            </p:nvSpPr>
            <p:spPr>
              <a:xfrm>
                <a:off x="8015577" y="6304051"/>
                <a:ext cx="200913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0C23294F-4BD1-D1B9-EC04-96C4FC80F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577" y="6304051"/>
                <a:ext cx="2009137" cy="369332"/>
              </a:xfrm>
              <a:prstGeom prst="rect">
                <a:avLst/>
              </a:prstGeom>
              <a:blipFill>
                <a:blip r:embed="rId5"/>
                <a:stretch>
                  <a:fillRect l="-1258" b="-2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F7D080-DB82-485A-C15A-8BEEF1099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3138637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336F6-59FE-41AE-7433-0D47C012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Boundary 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30ABDF-389F-786F-8883-44807E4368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One face can be set to zero potential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it-IT" sz="2800" b="0" i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it-IT" sz="2800" b="0" dirty="0"/>
              </a:p>
              <a:p>
                <a:r>
                  <a:rPr lang="en-US" dirty="0"/>
                  <a:t>The other face potential are identical but to an unknown value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it-IT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it-IT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it-IT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it-IT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it-IT" sz="2800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30ABDF-389F-786F-8883-44807E4368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16363-9CAF-1DDF-4227-5F3FF0DCC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3656257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D2F67-85BF-F6BA-3A5B-00A0512A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potential (Dirichlet)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6C99A4-3A28-D36A-BDE7-7B090663E0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to have a linear system with some unknown at fixed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en-US" dirty="0"/>
                  <a:t> (Dirichlet </a:t>
                </a:r>
                <a:r>
                  <a:rPr lang="en-US" dirty="0" err="1"/>
                  <a:t>bc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𝟏𝟐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1" i="1" smtClean="0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it-IT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Solving the first block row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  <m:sSub>
                        <m:sSubPr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  <m:sSub>
                        <m:sSubPr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The second block row has no interest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6C99A4-3A28-D36A-BDE7-7B090663E0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CDF2CF-0199-7B4B-5A21-39564C3BF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240423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15D78-7E24-702F-A30B-AAAC9B04E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Floating potential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3533C-9818-478F-0A0F-5CA6B97072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56952"/>
                <a:ext cx="10515600" cy="530104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For simplicity consider a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en-US" dirty="0"/>
                  <a:t> system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(unknown)</a:t>
                </a:r>
                <a:endParaRPr lang="it-IT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first row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it-IT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Sum of cols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Sum of rows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sub>
                                </m:s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3533C-9818-478F-0A0F-5CA6B97072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56952"/>
                <a:ext cx="10515600" cy="5301048"/>
              </a:xfrm>
              <a:blipFill>
                <a:blip r:embed="rId2"/>
                <a:stretch>
                  <a:fillRect l="-928" t="-2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87C1C-9C6A-9226-12E2-0C3AE5427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T"/>
              <a:t>Spring Semester 2026</a:t>
            </a:r>
          </a:p>
        </p:txBody>
      </p:sp>
    </p:spTree>
    <p:extLst>
      <p:ext uri="{BB962C8B-B14F-4D97-AF65-F5344CB8AC3E}">
        <p14:creationId xmlns:p14="http://schemas.microsoft.com/office/powerpoint/2010/main" val="3392846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1667</Words>
  <Application>Microsoft Office PowerPoint</Application>
  <PresentationFormat>Widescreen</PresentationFormat>
  <Paragraphs>422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Aptos Display</vt:lpstr>
      <vt:lpstr>Arial</vt:lpstr>
      <vt:lpstr>Cambria Math</vt:lpstr>
      <vt:lpstr>Helvetica Neue</vt:lpstr>
      <vt:lpstr>HelveticaNeue Regular</vt:lpstr>
      <vt:lpstr>Wingdings</vt:lpstr>
      <vt:lpstr>Office Theme</vt:lpstr>
      <vt:lpstr>Electromagnetic modelling of superconducting cables</vt:lpstr>
      <vt:lpstr>Aim of this lecture</vt:lpstr>
      <vt:lpstr>From circuit theory…</vt:lpstr>
      <vt:lpstr>Cable resistance</vt:lpstr>
      <vt:lpstr>Nonlinear resistivity</vt:lpstr>
      <vt:lpstr>Definition of J_c: dependance on magnetic flux density</vt:lpstr>
      <vt:lpstr>Comparison</vt:lpstr>
      <vt:lpstr>Definition of J_c: dependance on temperature and strain</vt:lpstr>
      <vt:lpstr>Self inductance</vt:lpstr>
      <vt:lpstr>Self inductance</vt:lpstr>
      <vt:lpstr>Mutual inductance</vt:lpstr>
      <vt:lpstr>Mutual inductance</vt:lpstr>
      <vt:lpstr>Partial inductance</vt:lpstr>
      <vt:lpstr>Partial inductance</vt:lpstr>
      <vt:lpstr>Partial inductance</vt:lpstr>
      <vt:lpstr>Partial inductance</vt:lpstr>
      <vt:lpstr>Partial inductance</vt:lpstr>
      <vt:lpstr>Partial inductances: calculation</vt:lpstr>
      <vt:lpstr>Partial inductances: calculation</vt:lpstr>
      <vt:lpstr>Partial inductances: calculation</vt:lpstr>
      <vt:lpstr>Partial inductances: calculation</vt:lpstr>
      <vt:lpstr>Cable modelling</vt:lpstr>
      <vt:lpstr>Formulation from Maxwell Equations</vt:lpstr>
      <vt:lpstr>Formulation from Maxwell Equations</vt:lpstr>
      <vt:lpstr>Formulation from Maxwell Equations</vt:lpstr>
      <vt:lpstr>Electromagnetic modelling of SC cable</vt:lpstr>
      <vt:lpstr>Incidence matrix</vt:lpstr>
      <vt:lpstr>Equations in matrix form</vt:lpstr>
      <vt:lpstr>Electromagnetic modelling of SC cable</vt:lpstr>
      <vt:lpstr>(Quasi) final equations</vt:lpstr>
      <vt:lpstr>Transverse conductances</vt:lpstr>
      <vt:lpstr>Transverse conductances</vt:lpstr>
      <vt:lpstr>Final equations</vt:lpstr>
      <vt:lpstr>Boundary conditions</vt:lpstr>
      <vt:lpstr>Boundary conditions</vt:lpstr>
      <vt:lpstr>Fixed potential (Dirichlet)</vt:lpstr>
      <vt:lpstr>Floating potential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 Freschi</dc:creator>
  <cp:lastModifiedBy>Laura  Savoldi</cp:lastModifiedBy>
  <cp:revision>18</cp:revision>
  <dcterms:created xsi:type="dcterms:W3CDTF">2025-03-06T09:37:02Z</dcterms:created>
  <dcterms:modified xsi:type="dcterms:W3CDTF">2026-04-01T10:33:27Z</dcterms:modified>
</cp:coreProperties>
</file>